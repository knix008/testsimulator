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</p:sldIdLst>
  <p:sldSz cx="9144000" cy="6858000" type="screen4x3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defRPr sz="3200" b="1">
          <a:latin typeface="+mj-lt"/>
        </a:defRPr>
      </a:lvl1pPr>
    </p:titleStyle>
    <p:bodyStyle>
      <a:lvl1pPr marL="342900" indent="-342900">
        <a:buChar char="•"/>
        <a:defRPr sz="2000"/>
      </a:lvl1pPr>
      <a:lvl2pPr marL="742950" indent="-285750">
        <a:buChar char="–"/>
        <a:defRPr sz="1800"/>
      </a:lvl2pPr>
      <a:lvl3pPr marL="1143000" indent="-228600">
        <a:buChar char="•"/>
        <a:defRPr sz="1600"/>
      </a:lvl3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b="1"/>
              <a:t>MY DOCUMENT CONVERTER 샘플 문서(1)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sz="2400"/>
              <a:t>SHKWON · 2026\-09\-22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소개 (INTRODUCTION)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1400"/>
              <a:t xml:space="preserve">이</a:t>
            </a:r>
            <a:r>
              <a:rPr lang="en-US" sz="1400"/>
              <a:t xml:space="preserve"> </a:t>
            </a:r>
            <a:r>
              <a:rPr lang="en-US" sz="1400"/>
              <a:t xml:space="preserve">문서는</a:t>
            </a:r>
            <a:r>
              <a:rPr lang="en-US" sz="1400"/>
              <a:t xml:space="preserve"> </a:t>
            </a:r>
            <a:r>
              <a:rPr lang="en-US" sz="1400" b="1"/>
              <a:t xml:space="preserve">My</a:t>
            </a:r>
            <a:r>
              <a:rPr lang="en-US" sz="1400" b="1"/>
              <a:t xml:space="preserve"> </a:t>
            </a:r>
            <a:r>
              <a:rPr lang="en-US" sz="1400" b="1"/>
              <a:t xml:space="preserve">Document</a:t>
            </a:r>
            <a:r>
              <a:rPr lang="en-US" sz="1400" b="1"/>
              <a:t xml:space="preserve"> </a:t>
            </a:r>
            <a:r>
              <a:rPr lang="en-US" sz="1400" b="1"/>
              <a:t xml:space="preserve">Converter</a:t>
            </a:r>
            <a:r>
              <a:rPr lang="en-US" sz="1400"/>
              <a:t xml:space="preserve"> </a:t>
            </a:r>
            <a:r>
              <a:rPr lang="en-US" sz="1400"/>
              <a:t xml:space="preserve">가</a:t>
            </a:r>
            <a:r>
              <a:rPr lang="en-US" sz="1400"/>
              <a:t xml:space="preserve"> </a:t>
            </a:r>
            <a:r>
              <a:rPr lang="en-US" sz="1400"/>
              <a:t xml:space="preserve">지원하는</a:t>
            </a:r>
            <a:r>
              <a:rPr lang="en-US" sz="1400"/>
              <a:t xml:space="preserve"> </a:t>
            </a:r>
            <a:r>
              <a:rPr lang="en-US" sz="1400"/>
              <a:t xml:space="preserve">모든</a:t>
            </a:r>
            <a:r>
              <a:rPr lang="en-US" sz="1400"/>
              <a:t xml:space="preserve"> </a:t>
            </a:r>
            <a:r>
              <a:rPr lang="en-US" sz="1400"/>
              <a:t xml:space="preserve">출력</a:t>
            </a:r>
            <a:r>
              <a:rPr lang="en-US" sz="1400"/>
              <a:t xml:space="preserve"> </a:t>
            </a:r>
            <a:r>
              <a:rPr lang="en-US" sz="1400"/>
              <a:t xml:space="preserve">형식의</a:t>
            </a:r>
            <a:r>
              <a:rPr lang="en-US" sz="1400"/>
              <a:t xml:space="preserve"> </a:t>
            </a:r>
            <a:r>
              <a:rPr lang="en-US" sz="1400"/>
              <a:t xml:space="preserve">샘플을</a:t>
            </a:r>
            <a:r>
              <a:rPr lang="en-US" sz="1400"/>
              <a:t xml:space="preserve"> </a:t>
            </a:r>
            <a:r>
              <a:rPr lang="en-US" sz="1400"/>
              <a:t xml:space="preserve">만드는</a:t>
            </a:r>
            <a:r>
              <a:rPr lang="en-US" sz="1400"/>
              <a:t xml:space="preserve"> </a:t>
            </a:r>
            <a:r>
              <a:rPr lang="en-US" sz="1400"/>
              <a:t xml:space="preserve">데</a:t>
            </a:r>
            <a:r>
              <a:rPr lang="en-US" sz="1400"/>
              <a:t xml:space="preserve"> </a:t>
            </a:r>
            <a:r>
              <a:rPr lang="en-US" sz="1400"/>
              <a:t xml:space="preserve">쓰이는
원본입니다.
</a:t>
            </a:r>
            <a:r>
              <a:rPr lang="en-US" sz="1400" i="1"/>
              <a:t xml:space="preserve">강조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b="1"/>
              <a:t xml:space="preserve">굵게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[STRIKEOUT:취소선],</a:t>
            </a:r>
            <a:r>
              <a:rPr lang="en-US" sz="1400"/>
              <a:t xml:space="preserve"> </a:t>
            </a:r>
            <a:r>
              <a:rPr lang="en-US" sz="1400">
                <a:latin typeface="Consolas"/>
              </a:rPr>
              <a:t xml:space="preserve">인라인 코드</a:t>
            </a:r>
            <a:r>
              <a:rPr lang="en-US" sz="1400"/>
              <a:t xml:space="preserve">,
H2O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x2,</a:t>
            </a:r>
            <a:r>
              <a:rPr lang="en-US" sz="1400"/>
              <a:t xml:space="preserve"> </a:t>
            </a:r>
            <a:r>
              <a:rPr lang="en-US" sz="1400"/>
              <a:t xml:space="preserve">그리고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 </a:t>
            </a:r>
            <a:r>
              <a:rPr lang="en-US" sz="1400"/>
              <a:t xml:space="preserve">&lt;https://example.com&gt;를</a:t>
            </a:r>
            <a:r>
              <a:rPr lang="en-US" sz="1400"/>
              <a:t xml:space="preserve"> </a:t>
            </a:r>
            <a:r>
              <a:rPr lang="en-US" sz="1400"/>
              <a:t xml:space="preserve">담고
있습니다.
This</a:t>
            </a:r>
            <a:r>
              <a:rPr lang="en-US" sz="1400"/>
              <a:t xml:space="preserve"> </a:t>
            </a:r>
            <a:r>
              <a:rPr lang="en-US" sz="1400"/>
              <a:t xml:space="preserve">paragraph</a:t>
            </a:r>
            <a:r>
              <a:rPr lang="en-US" sz="1400"/>
              <a:t xml:space="preserve"> </a:t>
            </a:r>
            <a:r>
              <a:rPr lang="en-US" sz="1400"/>
              <a:t xml:space="preserve">is</a:t>
            </a:r>
            <a:r>
              <a:rPr lang="en-US" sz="1400"/>
              <a:t xml:space="preserve"> </a:t>
            </a:r>
            <a:r>
              <a:rPr lang="en-US" sz="1400"/>
              <a:t xml:space="preserve">in</a:t>
            </a:r>
            <a:r>
              <a:rPr lang="en-US" sz="1400"/>
              <a:t xml:space="preserve"> </a:t>
            </a:r>
            <a:r>
              <a:rPr lang="en-US" sz="1400"/>
              <a:t xml:space="preserve">English</a:t>
            </a:r>
            <a:r>
              <a:rPr lang="en-US" sz="1400"/>
              <a:t xml:space="preserve"> </a:t>
            </a:r>
            <a:r>
              <a:rPr lang="en-US" sz="1400"/>
              <a:t xml:space="preserve">so</a:t>
            </a:r>
            <a:r>
              <a:rPr lang="en-US" sz="1400"/>
              <a:t xml:space="preserve"> </a:t>
            </a:r>
            <a:r>
              <a:rPr lang="en-US" sz="1400"/>
              <a:t xml:space="preserve">that</a:t>
            </a:r>
            <a:r>
              <a:rPr lang="en-US" sz="1400"/>
              <a:t xml:space="preserve"> </a:t>
            </a:r>
            <a:r>
              <a:rPr lang="en-US" sz="1400"/>
              <a:t xml:space="preserve">Latin-only</a:t>
            </a:r>
            <a:r>
              <a:rPr lang="en-US" sz="1400"/>
              <a:t xml:space="preserve"> </a:t>
            </a:r>
            <a:r>
              <a:rPr lang="en-US" sz="1400"/>
              <a:t xml:space="preserve">formats</a:t>
            </a:r>
            <a:r>
              <a:rPr lang="en-US" sz="1400"/>
              <a:t xml:space="preserve"> </a:t>
            </a:r>
            <a:r>
              <a:rPr lang="en-US" sz="1400"/>
              <a:t xml:space="preserve">still</a:t>
            </a:r>
            <a:r>
              <a:rPr lang="en-US" sz="1400"/>
              <a:t xml:space="preserve"> </a:t>
            </a:r>
            <a:r>
              <a:rPr lang="en-US" sz="1400"/>
              <a:t xml:space="preserve">show
something</a:t>
            </a:r>
            <a:r>
              <a:rPr lang="en-US" sz="1400"/>
              <a:t xml:space="preserve"> </a:t>
            </a:r>
            <a:r>
              <a:rPr lang="en-US" sz="1400"/>
              <a:t xml:space="preserve">readable.</a:t>
            </a:r>
          </a:p>
          <a:p>
            <a:pPr marL="0" indent="0" lvl="0">
              <a:buNone/>
            </a:pPr>
            <a:r>
              <a:rPr lang="en-US" sz="1800" b="1"/>
              <a:t xml:space="preserve">목록</a:t>
            </a:r>
            <a:r>
              <a:rPr lang="en-US" sz="1800" b="1"/>
              <a:t xml:space="preserve"> </a:t>
            </a:r>
            <a:r>
              <a:rPr lang="en-US" sz="1800" b="1"/>
              <a:t xml:space="preserve">(Lists)</a:t>
            </a:r>
          </a:p>
          <a:p>
            <a:pPr marL="685800" indent="-285750" lvl="1">
              <a:buChar char="•"/>
            </a:pPr>
            <a:r>
              <a:rPr lang="en-US" sz="1400" i="1"/>
              <a:t xml:space="preserve">첫</a:t>
            </a:r>
            <a:r>
              <a:rPr lang="en-US" sz="1400" i="1"/>
              <a:t xml:space="preserve"> </a:t>
            </a:r>
            <a:r>
              <a:rPr lang="en-US" sz="1400" i="1"/>
              <a:t xml:space="preserve">번째</a:t>
            </a:r>
            <a:r>
              <a:rPr lang="en-US" sz="1400" i="1"/>
              <a:t xml:space="preserve"> </a:t>
            </a:r>
            <a:r>
              <a:rPr lang="en-US" sz="1400" i="1"/>
              <a:t xml:space="preserve">항목</a:t>
            </a:r>
          </a:p>
          <a:p>
            <a:pPr marL="685800" indent="-285750" lvl="1">
              <a:buChar char="•"/>
            </a:pPr>
            <a:r>
              <a:rPr lang="en-US" sz="1400" i="1"/>
              <a:t xml:space="preserve">두</a:t>
            </a:r>
            <a:r>
              <a:rPr lang="en-US" sz="1400" i="1"/>
              <a:t xml:space="preserve"> </a:t>
            </a:r>
            <a:r>
              <a:rPr lang="en-US" sz="1400" i="1"/>
              <a:t xml:space="preserve">번째</a:t>
            </a:r>
            <a:r>
              <a:rPr lang="en-US" sz="1400" i="1"/>
              <a:t xml:space="preserve"> </a:t>
            </a:r>
            <a:r>
              <a:rPr lang="en-US" sz="1400" i="1"/>
              <a:t xml:space="preserve">항목</a:t>
            </a:r>
          </a:p>
          <a:p>
            <a:pPr marL="685800" indent="-285750" lvl="1">
              <a:buChar char="•"/>
            </a:pPr>
            <a:r>
              <a:rPr lang="en-US" sz="1400" i="1"/>
              <a:t xml:space="preserve">중첩된</a:t>
            </a:r>
            <a:r>
              <a:rPr lang="en-US" sz="1400" i="1"/>
              <a:t xml:space="preserve"> </a:t>
            </a:r>
            <a:r>
              <a:rPr lang="en-US" sz="1400" i="1"/>
              <a:t xml:space="preserve">항목</a:t>
            </a:r>
          </a:p>
          <a:p>
            <a:pPr marL="685800" indent="-285750" lvl="1">
              <a:buChar char="•"/>
            </a:pPr>
            <a:r>
              <a:rPr lang="en-US" sz="1400" i="1"/>
              <a:t xml:space="preserve">또</a:t>
            </a:r>
            <a:r>
              <a:rPr lang="en-US" sz="1400" i="1"/>
              <a:t xml:space="preserve"> </a:t>
            </a:r>
            <a:r>
              <a:rPr lang="en-US" sz="1400" i="1"/>
              <a:t xml:space="preserve">하나의</a:t>
            </a:r>
            <a:r>
              <a:rPr lang="en-US" sz="1400" i="1"/>
              <a:t xml:space="preserve"> </a:t>
            </a:r>
            <a:r>
              <a:rPr lang="en-US" sz="1400" i="1"/>
              <a:t xml:space="preserve">중첩</a:t>
            </a:r>
            <a:r>
              <a:rPr lang="en-US" sz="1400" i="1"/>
              <a:t xml:space="preserve"> </a:t>
            </a:r>
            <a:r>
              <a:rPr lang="en-US" sz="1400" i="1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순서가</a:t>
            </a:r>
            <a:r>
              <a:rPr lang="en-US" sz="1400"/>
              <a:t xml:space="preserve"> </a:t>
            </a:r>
            <a:r>
              <a:rPr lang="en-US" sz="1400"/>
              <a:t xml:space="preserve">있는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0" indent="0" lvl="0">
              <a:buNone/>
            </a:pPr>
            <a:r>
              <a:rPr lang="en-US" sz="1400" b="1"/>
              <a:t xml:space="preserve">☒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끝난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0" indent="0" lvl="0">
              <a:buNone/>
            </a:pPr>
            <a:r>
              <a:rPr lang="en-US" sz="1400" b="1"/>
              <a:t xml:space="preserve">☐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남은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0" indent="0" lvl="0">
              <a:buNone/>
            </a:pPr>
            <a:r>
              <a:rPr lang="en-US" sz="1400" b="1"/>
              <a:t xml:space="preserve">용어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용어에</a:t>
            </a:r>
            <a:r>
              <a:rPr lang="en-US" sz="1400"/>
              <a:t xml:space="preserve"> </a:t>
            </a:r>
            <a:r>
              <a:rPr lang="en-US" sz="1400"/>
              <a:t xml:space="preserve">대한</a:t>
            </a:r>
            <a:r>
              <a:rPr lang="en-US" sz="1400"/>
              <a:t xml:space="preserve"> </a:t>
            </a:r>
            <a:r>
              <a:rPr lang="en-US" sz="1400"/>
              <a:t xml:space="preserve">정의입니다.</a:t>
            </a:r>
          </a:p>
          <a:p>
            <a:pPr marL="0" indent="0" lvl="0">
              <a:buNone/>
            </a:pPr>
            <a:r>
              <a:rPr lang="en-US" sz="1400" b="1"/>
              <a:t xml:space="preserve">Pandoc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범용</a:t>
            </a:r>
            <a:r>
              <a:rPr lang="en-US" sz="1400"/>
              <a:t xml:space="preserve"> </a:t>
            </a:r>
            <a:r>
              <a:rPr lang="en-US" sz="1400"/>
              <a:t xml:space="preserve">문서</a:t>
            </a:r>
            <a:r>
              <a:rPr lang="en-US" sz="1400"/>
              <a:t xml:space="preserve"> </a:t>
            </a:r>
            <a:r>
              <a:rPr lang="en-US" sz="1400"/>
              <a:t xml:space="preserve">변환기.</a:t>
            </a:r>
            <a:r>
              <a:rPr lang="en-US" sz="1400"/>
              <a:t xml:space="preserve"> </a:t>
            </a:r>
            <a:r>
              <a:rPr lang="en-US" sz="1400"/>
              <a:t xml:space="preserve">이</a:t>
            </a:r>
            <a:r>
              <a:rPr lang="en-US" sz="1400"/>
              <a:t xml:space="preserve"> </a:t>
            </a:r>
            <a:r>
              <a:rPr lang="en-US" sz="1400"/>
              <a:t xml:space="preserve">프로그램은</a:t>
            </a:r>
            <a:r>
              <a:rPr lang="en-US" sz="1400"/>
              <a:t xml:space="preserve"> </a:t>
            </a:r>
            <a:r>
              <a:rPr lang="en-US" sz="1400"/>
              <a:t xml:space="preserve">같은</a:t>
            </a:r>
            <a:r>
              <a:rPr lang="en-US" sz="1400"/>
              <a:t xml:space="preserve"> </a:t>
            </a:r>
            <a:r>
              <a:rPr lang="en-US" sz="1400"/>
              <a:t xml:space="preserve">형식</a:t>
            </a:r>
            <a:r>
              <a:rPr lang="en-US" sz="1400"/>
              <a:t xml:space="preserve"> </a:t>
            </a:r>
            <a:r>
              <a:rPr lang="en-US" sz="1400"/>
              <a:t xml:space="preserve">집합을</a:t>
            </a:r>
            <a:r>
              <a:rPr lang="en-US" sz="1400"/>
              <a:t xml:space="preserve"> </a:t>
            </a:r>
            <a:r>
              <a:rPr lang="en-US" sz="1400"/>
              <a:t xml:space="preserve">자체</a:t>
            </a:r>
            <a:r>
              <a:rPr lang="en-US" sz="1400"/>
              <a:t xml:space="preserve"> </a:t>
            </a:r>
            <a:r>
              <a:rPr lang="en-US" sz="1400"/>
              <a:t xml:space="preserve">엔진으로</a:t>
            </a:r>
            <a:r>
              <a:rPr lang="en-US" sz="1400"/>
              <a:t xml:space="preserve"> </a:t>
            </a:r>
            <a:r>
              <a:rPr lang="en-US" sz="1400"/>
              <a:t xml:space="preserve">다룹니다.</a:t>
            </a:r>
          </a:p>
          <a:p>
            <a:pPr marL="0" indent="0" lvl="0">
              <a:buNone/>
            </a:pPr>
            <a:r>
              <a:rPr lang="en-US" sz="1800" b="1"/>
              <a:t xml:space="preserve">코드</a:t>
            </a:r>
            <a:r>
              <a:rPr lang="en-US" sz="1800" b="1"/>
              <a:t xml:space="preserve"> </a:t>
            </a:r>
            <a:r>
              <a:rPr lang="en-US" sz="1800" b="1"/>
              <a:t xml:space="preserve">(Code)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function greet(name) {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  console.log(`Hello, ${name}!`)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}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greet('world')</a:t>
            </a:r>
          </a:p>
          <a:p>
            <a:pPr marL="0" indent="0" lvl="0">
              <a:buNone/>
            </a:pPr>
            <a:r>
              <a:rPr lang="en-US" sz="1800" b="1"/>
              <a:t xml:space="preserve">표</a:t>
            </a:r>
            <a:r>
              <a:rPr lang="en-US" sz="1800" b="1"/>
              <a:t xml:space="preserve"> </a:t>
            </a:r>
            <a:r>
              <a:rPr lang="en-US" sz="1800" b="1"/>
              <a:t xml:space="preserve">(Table)</a:t>
            </a:r>
          </a:p>
          <a:p>
            <a:pPr marL="0" indent="0" lvl="0">
              <a:buNone/>
            </a:pPr>
            <a:r>
              <a:rPr lang="en-US" sz="1400" i="1"/>
              <a:t xml:space="preserve">지원</a:t>
            </a:r>
            <a:r>
              <a:rPr lang="en-US" sz="1400" i="1"/>
              <a:t xml:space="preserve"> </a:t>
            </a:r>
            <a:r>
              <a:rPr lang="en-US" sz="1400" i="1"/>
              <a:t xml:space="preserve">형식의</a:t>
            </a:r>
            <a:r>
              <a:rPr lang="en-US" sz="1400" i="1"/>
              <a:t xml:space="preserve"> </a:t>
            </a:r>
            <a:r>
              <a:rPr lang="en-US" sz="1400" i="1"/>
              <a:t xml:space="preserve">일부</a:t>
            </a:r>
          </a:p>
          <a:p>
            <a:pPr marL="0" indent="0" lvl="0">
              <a:buNone/>
            </a:pPr>
            <a:r>
              <a:rPr lang="en-US" sz="1800" b="1"/>
              <a:t xml:space="preserve">인용과</a:t>
            </a:r>
            <a:r>
              <a:rPr lang="en-US" sz="1800" b="1"/>
              <a:t xml:space="preserve"> </a:t>
            </a:r>
            <a:r>
              <a:rPr lang="en-US" sz="1800" b="1"/>
              <a:t xml:space="preserve">수식</a:t>
            </a:r>
            <a:r>
              <a:rPr lang="en-US" sz="1800" b="1"/>
              <a:t xml:space="preserve"> </a:t>
            </a:r>
            <a:r>
              <a:rPr lang="en-US" sz="1800" b="1"/>
              <a:t xml:space="preserve">(Quote</a:t>
            </a:r>
            <a:r>
              <a:rPr lang="en-US" sz="1800" b="1"/>
              <a:t xml:space="preserve"> </a:t>
            </a:r>
            <a:r>
              <a:rPr lang="en-US" sz="1800" b="1"/>
              <a:t xml:space="preserve">and</a:t>
            </a:r>
            <a:r>
              <a:rPr lang="en-US" sz="1800" b="1"/>
              <a:t xml:space="preserve"> </a:t>
            </a:r>
            <a:r>
              <a:rPr lang="en-US" sz="1800" b="1"/>
              <a:t xml:space="preserve">math)</a:t>
            </a:r>
          </a:p>
          <a:p>
            <a:pPr marL="685800" indent="-285750" lvl="1">
              <a:buChar char="•"/>
            </a:pPr>
            <a:r>
              <a:rPr lang="en-US" sz="1400" i="1"/>
              <a:t xml:space="preserve">좋은</a:t>
            </a:r>
            <a:r>
              <a:rPr lang="en-US" sz="1400" i="1"/>
              <a:t xml:space="preserve"> </a:t>
            </a:r>
            <a:r>
              <a:rPr lang="en-US" sz="1400" i="1"/>
              <a:t xml:space="preserve">문서는</a:t>
            </a:r>
            <a:r>
              <a:rPr lang="en-US" sz="1400" i="1"/>
              <a:t xml:space="preserve"> </a:t>
            </a:r>
            <a:r>
              <a:rPr lang="en-US" sz="1400" i="1"/>
              <a:t xml:space="preserve">어떤</a:t>
            </a:r>
            <a:r>
              <a:rPr lang="en-US" sz="1400" i="1"/>
              <a:t xml:space="preserve"> </a:t>
            </a:r>
            <a:r>
              <a:rPr lang="en-US" sz="1400" i="1"/>
              <a:t xml:space="preserve">형식으로도</a:t>
            </a:r>
            <a:r>
              <a:rPr lang="en-US" sz="1400" i="1"/>
              <a:t xml:space="preserve"> </a:t>
            </a:r>
            <a:r>
              <a:rPr lang="en-US" sz="1400" i="1"/>
              <a:t xml:space="preserve">읽힙니다.
—</a:t>
            </a:r>
            <a:r>
              <a:rPr lang="en-US" sz="1400" i="1"/>
              <a:t xml:space="preserve"> </a:t>
            </a:r>
            <a:r>
              <a:rPr lang="en-US" sz="1400" i="1"/>
              <a:t xml:space="preserve">누군가</a:t>
            </a:r>
          </a:p>
          <a:p>
            <a:pPr marL="0" indent="0" lvl="0">
              <a:buNone/>
            </a:pPr>
            <a:r>
              <a:rPr lang="en-US" sz="1400"/>
              <a:t xml:space="preserve">인라인</a:t>
            </a:r>
            <a:r>
              <a:rPr lang="en-US" sz="1400"/>
              <a:t xml:space="preserve"> </a:t>
            </a:r>
            <a:r>
              <a:rPr lang="en-US" sz="1400"/>
              <a:t xml:space="preserve">수식</a:t>
            </a:r>
            <a:r>
              <a:rPr lang="en-US" sz="1400"/>
              <a:t xml:space="preserve"> </a:t>
            </a:r>
            <a:r>
              <a:rPr lang="en-US" sz="1400"/>
              <a:t xml:space="preserve">E</a:t>
            </a:r>
            <a:r>
              <a:rPr lang="en-US" sz="1400"/>
              <a:t xml:space="preserve"> </a:t>
            </a:r>
            <a:r>
              <a:rPr lang="en-US" sz="1400"/>
              <a:t xml:space="preserve">=</a:t>
            </a:r>
            <a:r>
              <a:rPr lang="en-US" sz="1400"/>
              <a:t xml:space="preserve"> </a:t>
            </a:r>
            <a:r>
              <a:rPr lang="en-US" sz="1400"/>
              <a:t xml:space="preserve">mc^2</a:t>
            </a:r>
            <a:r>
              <a:rPr lang="en-US" sz="1400"/>
              <a:t xml:space="preserve"> </a:t>
            </a:r>
            <a:r>
              <a:rPr lang="en-US" sz="1400"/>
              <a:t xml:space="preserve">과</a:t>
            </a:r>
            <a:r>
              <a:rPr lang="en-US" sz="1400"/>
              <a:t xml:space="preserve"> </a:t>
            </a:r>
            <a:r>
              <a:rPr lang="en-US" sz="1400"/>
              <a:t xml:space="preserve">블록</a:t>
            </a:r>
            <a:r>
              <a:rPr lang="en-US" sz="1400"/>
              <a:t xml:space="preserve"> </a:t>
            </a:r>
            <a:r>
              <a:rPr lang="en-US" sz="1400"/>
              <a:t xml:space="preserve">수식:</a:t>
            </a:r>
          </a:p>
          <a:p>
            <a:pPr marL="0" indent="0" lvl="0">
              <a:buNone/>
            </a:pPr>
            <a:r>
              <a:rPr lang="en-US" sz="1400"/>
              <a:t xml:space="preserve">\int_0^1</a:t>
            </a:r>
            <a:r>
              <a:rPr lang="en-US" sz="1400"/>
              <a:t xml:space="preserve"> </a:t>
            </a:r>
            <a:r>
              <a:rPr lang="en-US" sz="1400"/>
              <a:t xml:space="preserve">x^2\,dx</a:t>
            </a:r>
            <a:r>
              <a:rPr lang="en-US" sz="1400"/>
              <a:t xml:space="preserve"> </a:t>
            </a:r>
            <a:r>
              <a:rPr lang="en-US" sz="1400"/>
              <a:t xml:space="preserve">=</a:t>
            </a:r>
            <a:r>
              <a:rPr lang="en-US" sz="1400"/>
              <a:t xml:space="preserve"> </a:t>
            </a:r>
            <a:r>
              <a:rPr lang="en-US" sz="1400"/>
              <a:t xml:space="preserve">\frac{1}{3}</a:t>
            </a:r>
          </a:p>
          <a:p>
            <a:pPr marL="0" indent="0" lvl="0">
              <a:buNone/>
            </a:pPr>
            <a:r>
              <a:rPr lang="en-US" sz="1800" b="1"/>
              <a:t xml:space="preserve">각주와</a:t>
            </a:r>
            <a:r>
              <a:rPr lang="en-US" sz="1800" b="1"/>
              <a:t xml:space="preserve"> </a:t>
            </a:r>
            <a:r>
              <a:rPr lang="en-US" sz="1800" b="1"/>
              <a:t xml:space="preserve">그림</a:t>
            </a:r>
            <a:r>
              <a:rPr lang="en-US" sz="1800" b="1"/>
              <a:t xml:space="preserve"> </a:t>
            </a:r>
            <a:r>
              <a:rPr lang="en-US" sz="1800" b="1"/>
              <a:t xml:space="preserve">(Footnote</a:t>
            </a:r>
            <a:r>
              <a:rPr lang="en-US" sz="1800" b="1"/>
              <a:t xml:space="preserve"> </a:t>
            </a:r>
            <a:r>
              <a:rPr lang="en-US" sz="1800" b="1"/>
              <a:t xml:space="preserve">and</a:t>
            </a:r>
            <a:r>
              <a:rPr lang="en-US" sz="1800" b="1"/>
              <a:t xml:space="preserve"> </a:t>
            </a:r>
            <a:r>
              <a:rPr lang="en-US" sz="1800" b="1"/>
              <a:t xml:space="preserve">figure)</a:t>
            </a:r>
          </a:p>
          <a:p>
            <a:pPr marL="0" indent="0" lvl="0">
              <a:buNone/>
            </a:pPr>
            <a:r>
              <a:rPr lang="en-US" sz="1400"/>
              <a:t xml:space="preserve">각주가</a:t>
            </a:r>
            <a:r>
              <a:rPr lang="en-US" sz="1400"/>
              <a:t xml:space="preserve"> </a:t>
            </a:r>
            <a:r>
              <a:rPr lang="en-US" sz="1400"/>
              <a:t xml:space="preserve">붙은</a:t>
            </a:r>
            <a:r>
              <a:rPr lang="en-US" sz="1400"/>
              <a:t xml:space="preserve"> </a:t>
            </a:r>
            <a:r>
              <a:rPr lang="en-US" sz="1400"/>
              <a:t xml:space="preserve">문장입니다.[1]</a:t>
            </a:r>
            <a:r>
              <a:rPr lang="en-US" sz="1400"/>
              <a:t xml:space="preserve"> </a:t>
            </a:r>
            <a:r>
              <a:rPr lang="en-US" sz="1400"/>
              <a:t xml:space="preserve">자동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 </a:t>
            </a:r>
            <a:r>
              <a:rPr lang="en-US" sz="1400"/>
              <a:t xml:space="preserve">
.UR</a:t>
            </a:r>
            <a:r>
              <a:rPr lang="en-US" sz="1400"/>
              <a:t xml:space="preserve"> </a:t>
            </a:r>
            <a:r>
              <a:rPr lang="en-US" sz="1400"/>
              <a:t xml:space="preserve">https://pandoc.org
.UE</a:t>
            </a:r>
            <a:r>
              <a:rPr lang="en-US" sz="1400"/>
              <a:t xml:space="preserve"> </a:t>
            </a:r>
            <a:r>
              <a:rPr lang="en-US" sz="1400"/>
              <a:t xml:space="preserve">
와</a:t>
            </a:r>
            <a:r>
              <a:rPr lang="en-US" sz="1400"/>
              <a:t xml:space="preserve"> </a:t>
            </a:r>
            <a:r>
              <a:rPr lang="en-US" sz="1400"/>
              <a:t xml:space="preserve">
.UR</a:t>
            </a:r>
            <a:r>
              <a:rPr lang="en-US" sz="1400"/>
              <a:t xml:space="preserve"> </a:t>
            </a:r>
            <a:r>
              <a:rPr lang="en-US" sz="1400"/>
              <a:t xml:space="preserve">mailto:knix008@naver.com
.UE</a:t>
            </a:r>
            <a:r>
              <a:rPr lang="en-US" sz="1400"/>
              <a:t xml:space="preserve"> </a:t>
            </a:r>
            <a:r>
              <a:rPr lang="en-US" sz="1400"/>
              <a:t xml:space="preserve">
도</a:t>
            </a:r>
            <a:r>
              <a:rPr lang="en-US" sz="1400"/>
              <a:t xml:space="preserve"> </a:t>
            </a:r>
            <a:r>
              <a:rPr lang="en-US" sz="1400"/>
              <a:t xml:space="preserve">있습니다.</a:t>
            </a:r>
          </a:p>
          <a:p>
            <a:pPr marL="0" indent="0" lvl="0">
              <a:buNone/>
            </a:pPr>
            <a:r>
              <a:rPr lang="en-US" sz="1400"/>
              <a:t xml:space="preserve">[IMAGE:</a:t>
            </a:r>
            <a:r>
              <a:rPr lang="en-US" sz="1400"/>
              <a:t xml:space="preserve"> </a:t>
            </a:r>
            <a:r>
              <a:rPr lang="en-US" sz="1400"/>
              <a:t xml:space="preserve">프로그램</a:t>
            </a:r>
            <a:r>
              <a:rPr lang="en-US" sz="1400"/>
              <a:t xml:space="preserve"> </a:t>
            </a:r>
            <a:r>
              <a:rPr lang="en-US" sz="1400"/>
              <a:t xml:space="preserve">아이콘]</a:t>
            </a:r>
          </a:p>
          <a:p>
            <a:pPr marL="0" indent="0" lvl="0">
              <a:buNone/>
            </a:pPr>
            <a:r>
              <a:rPr lang="en-US" sz="1400"/>
              <a:t xml:space="preserve">*</a:t>
            </a:r>
            <a:r>
              <a:rPr lang="en-US" sz="1400"/>
              <a:t xml:space="preserve"> </a:t>
            </a:r>
            <a:r>
              <a:rPr lang="en-US" sz="1400"/>
              <a:t xml:space="preserve">*</a:t>
            </a:r>
            <a:r>
              <a:rPr lang="en-US" sz="1400"/>
              <a:t xml:space="preserve"> </a:t>
            </a:r>
            <a:r>
              <a:rPr lang="en-US" sz="1400"/>
              <a:t xml:space="preserve">*</a:t>
            </a:r>
            <a:r>
              <a:rPr lang="en-US" sz="1400"/>
              <a:t xml:space="preserve"> </a:t>
            </a:r>
            <a:r>
              <a:rPr lang="en-US" sz="1400"/>
              <a:t xml:space="preserve">*</a:t>
            </a:r>
            <a:r>
              <a:rPr lang="en-US" sz="1400"/>
              <a:t xml:space="preserve"> </a:t>
            </a:r>
            <a:r>
              <a:rPr lang="en-US" sz="1400"/>
              <a:t xml:space="preserve">*</a:t>
            </a:r>
          </a:p>
          <a:p>
            <a:pPr marL="0" indent="0" lvl="0">
              <a:buNone/>
            </a:pPr>
            <a:r>
              <a:rPr lang="en-US" sz="1400"/>
              <a:t xml:space="preserve">마지막</a:t>
            </a:r>
            <a:r>
              <a:rPr lang="en-US" sz="1400"/>
              <a:t xml:space="preserve"> </a:t>
            </a:r>
            <a:r>
              <a:rPr lang="en-US" sz="1400"/>
              <a:t xml:space="preserve">문단입니다.</a:t>
            </a:r>
            <a:r>
              <a:rPr lang="en-US" sz="1400"/>
              <a:t xml:space="preserve"> </a:t>
            </a:r>
            <a:r>
              <a:rPr lang="en-US" sz="1400"/>
              <a:t xml:space="preserve">줄</a:t>
            </a:r>
            <a:r>
              <a:rPr lang="en-US" sz="1400"/>
              <a:t xml:space="preserve"> </a:t>
            </a:r>
            <a:r>
              <a:rPr lang="en-US" sz="1400"/>
              <a:t xml:space="preserve">끝에</a:t>
            </a:r>
            <a:r>
              <a:rPr lang="en-US" sz="1400"/>
              <a:t xml:space="preserve"> </a:t>
            </a: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칸을</a:t>
            </a:r>
            <a:r>
              <a:rPr lang="en-US" sz="1400"/>
              <a:t xml:space="preserve"> </a:t>
            </a:r>
            <a:r>
              <a:rPr lang="en-US" sz="1400"/>
              <a:t xml:space="preserve">두면
.br
강제</a:t>
            </a:r>
            <a:r>
              <a:rPr lang="en-US" sz="1400"/>
              <a:t xml:space="preserve"> </a:t>
            </a:r>
            <a:r>
              <a:rPr lang="en-US" sz="1400"/>
              <a:t xml:space="preserve">줄바꿈이</a:t>
            </a:r>
            <a:r>
              <a:rPr lang="en-US" sz="1400"/>
              <a:t xml:space="preserve"> </a:t>
            </a:r>
            <a:r>
              <a:rPr lang="en-US" sz="1400"/>
              <a:t xml:space="preserve">됩니다.</a:t>
            </a:r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57200" y="1600200"/>
          <a:ext cx="8229600" cy="1854200"/>
        </p:xfrm>
        <a:graphic>
          <a:graphicData uri="http://schemas.openxmlformats.org/drawingml/2006/table">
            <a:tbl>
              <a:tblPr firstRow="1" bandRow="1"/>
              <a:tblGrid>
                <a:gridCol w="2057400"/>
                <a:gridCol w="2057400"/>
                <a:gridCol w="2057400"/>
                <a:gridCol w="2057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형식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확장자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읽기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쓰기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Markdown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NOTES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2000" b="1"/>
              <a:t xml:space="preserve">[1]</a:t>
            </a:r>
          </a:p>
          <a:p>
            <a:pPr marL="685800" indent="-285750" lvl="1">
              <a:buChar char="•"/>
            </a:pPr>
            <a:r>
              <a:rPr lang="en-US" sz="2000"/>
              <a:t xml:space="preserve">각주의</a:t>
            </a:r>
            <a:r>
              <a:rPr lang="en-US" sz="2000"/>
              <a:t xml:space="preserve"> </a:t>
            </a:r>
            <a:r>
              <a:rPr lang="en-US" sz="2000"/>
              <a:t xml:space="preserve">내용입니다.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Malgun Gothic"/>
        <a:cs typeface=""/>
      </a:majorFont>
      <a:minorFont>
        <a:latin typeface="Calibri"/>
        <a:ea typeface="Malgun Gothic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My Document Converter</Application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DOCUMENT CONVERTER 샘플 문서(1)</dc:title>
  <dc:creator>SHKWON</dc:creator>
  <dcterms:created xsi:type="dcterms:W3CDTF">2026-09-22T05:17:31.415Z</dcterms:created>
</cp:coreProperties>
</file>