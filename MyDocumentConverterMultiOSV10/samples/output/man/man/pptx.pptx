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문서(1)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2026\-09\-22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
원본입니다.
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[STRIKEOUT:취소선],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
H2O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x2,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&lt;https://example.com&gt;를</a:t>
            </a:r>
            <a:r>
              <a:rPr lang="en-US" sz="1400"/>
              <a:t xml:space="preserve"> </a:t>
            </a:r>
            <a:r>
              <a:rPr lang="en-US" sz="1400"/>
              <a:t xml:space="preserve">담고
있습니다.
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
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첫</a:t>
            </a:r>
            <a:r>
              <a:rPr lang="en-US" sz="1400" i="1"/>
              <a:t xml:space="preserve"> </a:t>
            </a:r>
            <a:r>
              <a:rPr lang="en-US" sz="1400" i="1"/>
              <a:t xml:space="preserve">번째</a:t>
            </a:r>
            <a:r>
              <a:rPr lang="en-US" sz="1400" i="1"/>
              <a:t xml:space="preserve"> </a:t>
            </a:r>
            <a:r>
              <a:rPr lang="en-US" sz="1400" i="1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두</a:t>
            </a:r>
            <a:r>
              <a:rPr lang="en-US" sz="1400" i="1"/>
              <a:t xml:space="preserve"> </a:t>
            </a:r>
            <a:r>
              <a:rPr lang="en-US" sz="1400" i="1"/>
              <a:t xml:space="preserve">번째</a:t>
            </a:r>
            <a:r>
              <a:rPr lang="en-US" sz="1400" i="1"/>
              <a:t xml:space="preserve"> </a:t>
            </a:r>
            <a:r>
              <a:rPr lang="en-US" sz="1400" i="1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중첩된</a:t>
            </a:r>
            <a:r>
              <a:rPr lang="en-US" sz="1400" i="1"/>
              <a:t xml:space="preserve"> </a:t>
            </a:r>
            <a:r>
              <a:rPr lang="en-US" sz="1400" i="1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또</a:t>
            </a:r>
            <a:r>
              <a:rPr lang="en-US" sz="1400" i="1"/>
              <a:t xml:space="preserve"> </a:t>
            </a:r>
            <a:r>
              <a:rPr lang="en-US" sz="1400" i="1"/>
              <a:t xml:space="preserve">하나의</a:t>
            </a:r>
            <a:r>
              <a:rPr lang="en-US" sz="1400" i="1"/>
              <a:t xml:space="preserve"> </a:t>
            </a:r>
            <a:r>
              <a:rPr lang="en-US" sz="1400" i="1"/>
              <a:t xml:space="preserve">중첩</a:t>
            </a:r>
            <a:r>
              <a:rPr lang="en-US" sz="1400" i="1"/>
              <a:t xml:space="preserve"> </a:t>
            </a:r>
            <a:r>
              <a:rPr lang="en-US" sz="1400" i="1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400" b="1"/>
              <a:t xml:space="preserve">☒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☐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400" i="1"/>
              <a:t xml:space="preserve">지원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형식의</a:t>
            </a:r>
            <a:r>
              <a:rPr lang="en-US" sz="1400" i="1"/>
              <a:t xml:space="preserve"> </a:t>
            </a:r>
            <a:r>
              <a:rPr lang="en-US" sz="1400" i="1"/>
              <a:t xml:space="preserve">일부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
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문장입니다.[1]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
.UR</a:t>
            </a:r>
            <a:r>
              <a:rPr lang="en-US" sz="1400"/>
              <a:t xml:space="preserve"> </a:t>
            </a:r>
            <a:r>
              <a:rPr lang="en-US" sz="1400"/>
              <a:t xml:space="preserve">https://pandoc.org
.UE</a:t>
            </a:r>
            <a:r>
              <a:rPr lang="en-US" sz="1400"/>
              <a:t xml:space="preserve"> </a:t>
            </a:r>
            <a:r>
              <a:rPr lang="en-US" sz="1400"/>
              <a:t xml:space="preserve">
와</a:t>
            </a:r>
            <a:r>
              <a:rPr lang="en-US" sz="1400"/>
              <a:t xml:space="preserve"> </a:t>
            </a:r>
            <a:r>
              <a:rPr lang="en-US" sz="1400"/>
              <a:t xml:space="preserve">
.UR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
.UE</a:t>
            </a:r>
            <a:r>
              <a:rPr lang="en-US" sz="1400"/>
              <a:t xml:space="preserve"> </a:t>
            </a:r>
            <a:r>
              <a:rPr lang="en-US" sz="1400"/>
              <a:t xml:space="preserve">
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/>
              <a:t xml:space="preserve">[IMAGE:</a:t>
            </a:r>
            <a:r>
              <a:rPr lang="en-US" sz="1400"/>
              <a:t xml:space="preserve"> </a:t>
            </a:r>
            <a:r>
              <a:rPr lang="en-US" sz="1400"/>
              <a:t xml:space="preserve">프로그램</a:t>
            </a:r>
            <a:r>
              <a:rPr lang="en-US" sz="1400"/>
              <a:t xml:space="preserve"> </a:t>
            </a:r>
            <a:r>
              <a:rPr lang="en-US" sz="1400"/>
              <a:t xml:space="preserve">아이콘]</a:t>
            </a:r>
          </a:p>
          <a:p>
            <a:pPr marL="0" indent="0" lvl="0">
              <a:buNone/>
            </a:pPr>
            <a:r>
              <a:rPr lang="en-US" sz="1400"/>
              <a:t xml:space="preserve">*</a:t>
            </a:r>
            <a:r>
              <a:rPr lang="en-US" sz="1400"/>
              <a:t xml:space="preserve"> </a:t>
            </a:r>
            <a:r>
              <a:rPr lang="en-US" sz="1400"/>
              <a:t xml:space="preserve">*</a:t>
            </a:r>
            <a:r>
              <a:rPr lang="en-US" sz="1400"/>
              <a:t xml:space="preserve"> </a:t>
            </a:r>
            <a:r>
              <a:rPr lang="en-US" sz="1400"/>
              <a:t xml:space="preserve">*</a:t>
            </a:r>
            <a:r>
              <a:rPr lang="en-US" sz="1400"/>
              <a:t xml:space="preserve"> </a:t>
            </a:r>
            <a:r>
              <a:rPr lang="en-US" sz="1400"/>
              <a:t xml:space="preserve">*</a:t>
            </a:r>
            <a:r>
              <a:rPr lang="en-US" sz="1400"/>
              <a:t xml:space="preserve"> </a:t>
            </a:r>
            <a:r>
              <a:rPr lang="en-US" sz="1400"/>
              <a:t xml:space="preserve">*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
.br
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NOTES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 b="1"/>
              <a:t xml:space="preserve">[1]</a:t>
            </a:r>
          </a:p>
          <a:p>
            <a:pPr marL="685800" indent="-285750" lvl="1">
              <a:buChar char="•"/>
            </a:pPr>
            <a:r>
              <a:rPr lang="en-US" sz="2000"/>
              <a:t xml:space="preserve">각주의</a:t>
            </a:r>
            <a:r>
              <a:rPr lang="en-US" sz="2000"/>
              <a:t xml:space="preserve"> </a:t>
            </a:r>
            <a:r>
              <a:rPr lang="en-US" sz="2000"/>
              <a:t xml:space="preserve">내용입니다.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문서(1)</dc:title>
  <dc:creator>SHKWON</dc:creator>
  <dcterms:created xsi:type="dcterms:W3CDTF">2026-09-22T05:40:04.765Z</dcterms:created>
</cp:coreProperties>
</file>