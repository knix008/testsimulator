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  <p:sldId id="257" r:id="rId11"/>
    <p:sldId id="258" r:id="rId12"/>
    <p:sldId id="259" r:id="rId13"/>
    <p:sldId id="260" r:id="rId14"/>
    <p:sldId id="261" r:id="rId15"/>
  </p:sldIdLst>
  <p:sldSz cx="9144000" cy="6858000" type="screen4x3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defRPr sz="3200" b="1">
          <a:latin typeface="+mj-lt"/>
        </a:defRPr>
      </a:lvl1pPr>
    </p:titleStyle>
    <p:bodyStyle>
      <a:lvl1pPr marL="342900" indent="-342900">
        <a:buChar char="•"/>
        <a:defRPr sz="2000"/>
      </a:lvl1pPr>
      <a:lvl2pPr marL="742950" indent="-285750">
        <a:buChar char="–"/>
        <a:defRPr sz="1800"/>
      </a:lvl2pPr>
      <a:lvl3pPr marL="1143000" indent="-228600">
        <a:buChar char="•"/>
        <a:defRPr sz="1600"/>
      </a:lvl3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4000" b="1"/>
              <a:t>MDCV(1)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>
              <a:buNone/>
            </a:pPr>
            <a:r>
              <a:rPr lang="en-US" sz="2400"/>
              <a:t>September 22,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NAME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lvl="0">
              <a:buNone/>
            </a:pPr>
            <a:r>
              <a:rPr lang="en-US" sz="2000" b="1"/>
              <a:t xml:space="preserve">mdcv</a:t>
            </a:r>
            <a:r>
              <a:rPr lang="en-US" sz="2000"/>
              <a:t xml:space="preserve"> </a:t>
            </a:r>
            <a:r>
              <a:rPr lang="en-US" sz="2000"/>
              <a:t xml:space="preserve">—</a:t>
            </a:r>
            <a:r>
              <a:rPr lang="en-US" sz="2000"/>
              <a:t xml:space="preserve"> </a:t>
            </a:r>
            <a:r>
              <a:rPr lang="en-US" sz="2000"/>
              <a:t xml:space="preserve">My</a:t>
            </a:r>
            <a:r>
              <a:rPr lang="en-US" sz="2000"/>
              <a:t xml:space="preserve"> </a:t>
            </a:r>
            <a:r>
              <a:rPr lang="en-US" sz="2000"/>
              <a:t xml:space="preserve">Document</a:t>
            </a:r>
            <a:r>
              <a:rPr lang="en-US" sz="2000"/>
              <a:t xml:space="preserve"> </a:t>
            </a:r>
            <a:r>
              <a:rPr lang="en-US" sz="2000"/>
              <a:t xml:space="preserve">Converter</a:t>
            </a:r>
            <a:r>
              <a:rPr lang="en-US" sz="2000"/>
              <a:t xml:space="preserve"> </a:t>
            </a:r>
            <a:r>
              <a:rPr lang="en-US" sz="2000"/>
              <a:t xml:space="preserve">의</a:t>
            </a:r>
            <a:r>
              <a:rPr lang="en-US" sz="2000"/>
              <a:t xml:space="preserve"> </a:t>
            </a:r>
            <a:r>
              <a:rPr lang="en-US" sz="2000"/>
              <a:t xml:space="preserve">mdoc</a:t>
            </a:r>
            <a:r>
              <a:rPr lang="en-US" sz="2000"/>
              <a:t xml:space="preserve"> </a:t>
            </a:r>
            <a:r>
              <a:rPr lang="en-US" sz="2000"/>
              <a:t xml:space="preserve">샘플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SYNOPSIS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lvl="0">
              <a:buNone/>
            </a:pPr>
            <a:r>
              <a:rPr lang="en-US" sz="2000"/>
              <a:t xml:space="preserve"> </a:t>
            </a:r>
            <a:r>
              <a:rPr lang="en-US" sz="2000"/>
              <a:t xml:space="preserve">[</a:t>
            </a:r>
            <a:r>
              <a:rPr lang="en-US" sz="2000"/>
              <a:t xml:space="preserve">Fl</a:t>
            </a:r>
            <a:r>
              <a:rPr lang="en-US" sz="2000"/>
              <a:t xml:space="preserve"> </a:t>
            </a:r>
            <a:r>
              <a:rPr lang="en-US" sz="2000"/>
              <a:t xml:space="preserve">f</a:t>
            </a:r>
            <a:r>
              <a:rPr lang="en-US" sz="2000"/>
              <a:t xml:space="preserve"> </a:t>
            </a:r>
            <a:r>
              <a:rPr lang="en-US" sz="2000"/>
              <a:t xml:space="preserve">Ar</a:t>
            </a:r>
            <a:r>
              <a:rPr lang="en-US" sz="2000"/>
              <a:t xml:space="preserve"> </a:t>
            </a:r>
            <a:r>
              <a:rPr lang="en-US" sz="2000"/>
              <a:t xml:space="preserve">format</a:t>
            </a:r>
            <a:r>
              <a:rPr lang="en-US" sz="2000"/>
              <a:t xml:space="preserve">]</a:t>
            </a:r>
            <a:r>
              <a:rPr lang="en-US" sz="2000"/>
              <a:t xml:space="preserve"> </a:t>
            </a:r>
            <a:r>
              <a:rPr lang="en-US" sz="2000"/>
              <a:t xml:space="preserve">[</a:t>
            </a:r>
            <a:r>
              <a:rPr lang="en-US" sz="2000"/>
              <a:t xml:space="preserve">Fl</a:t>
            </a:r>
            <a:r>
              <a:rPr lang="en-US" sz="2000"/>
              <a:t xml:space="preserve"> </a:t>
            </a:r>
            <a:r>
              <a:rPr lang="en-US" sz="2000"/>
              <a:t xml:space="preserve">t</a:t>
            </a:r>
            <a:r>
              <a:rPr lang="en-US" sz="2000"/>
              <a:t xml:space="preserve"> </a:t>
            </a:r>
            <a:r>
              <a:rPr lang="en-US" sz="2000"/>
              <a:t xml:space="preserve">Ar</a:t>
            </a:r>
            <a:r>
              <a:rPr lang="en-US" sz="2000"/>
              <a:t xml:space="preserve"> </a:t>
            </a:r>
            <a:r>
              <a:rPr lang="en-US" sz="2000"/>
              <a:t xml:space="preserve">format</a:t>
            </a:r>
            <a:r>
              <a:rPr lang="en-US" sz="2000"/>
              <a:t xml:space="preserve">]</a:t>
            </a:r>
            <a:r>
              <a:rPr lang="en-US" sz="2000"/>
              <a:t xml:space="preserve"> </a:t>
            </a:r>
            <a:r>
              <a:rPr lang="en-US" sz="2000" i="1"/>
              <a:t xml:space="preserve">file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DESCRIPTION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lvl="0">
              <a:buNone/>
            </a:pPr>
            <a:r>
              <a:rPr lang="en-US" sz="2000"/>
              <a:t xml:space="preserve">mdoc</a:t>
            </a:r>
            <a:r>
              <a:rPr lang="en-US" sz="2000"/>
              <a:t xml:space="preserve"> </a:t>
            </a:r>
            <a:r>
              <a:rPr lang="en-US" sz="2000"/>
              <a:t xml:space="preserve">은</a:t>
            </a:r>
            <a:r>
              <a:rPr lang="en-US" sz="2000"/>
              <a:t xml:space="preserve"> </a:t>
            </a:r>
            <a:r>
              <a:rPr lang="en-US" sz="2000"/>
              <a:t xml:space="preserve">BSD</a:t>
            </a:r>
            <a:r>
              <a:rPr lang="en-US" sz="2000"/>
              <a:t xml:space="preserve"> </a:t>
            </a:r>
            <a:r>
              <a:rPr lang="en-US" sz="2000"/>
              <a:t xml:space="preserve">매뉴얼</a:t>
            </a:r>
            <a:r>
              <a:rPr lang="en-US" sz="2000"/>
              <a:t xml:space="preserve"> </a:t>
            </a:r>
            <a:r>
              <a:rPr lang="en-US" sz="2000"/>
              <a:t xml:space="preserve">페이지</a:t>
            </a:r>
            <a:r>
              <a:rPr lang="en-US" sz="2000"/>
              <a:t xml:space="preserve"> </a:t>
            </a:r>
            <a:r>
              <a:rPr lang="en-US" sz="2000"/>
              <a:t xml:space="preserve">형식입니다.</a:t>
            </a:r>
            <a:r>
              <a:rPr lang="en-US" sz="2000"/>
              <a:t xml:space="preserve"> </a:t>
            </a:r>
            <a:r>
              <a:rPr lang="en-US" sz="2000" i="1"/>
              <a:t xml:space="preserve">기울임</a:t>
            </a:r>
            <a:r>
              <a:rPr lang="en-US" sz="2000"/>
              <a:t xml:space="preserve"> </a:t>
            </a:r>
            <a:r>
              <a:rPr lang="en-US" sz="2000"/>
              <a:t xml:space="preserve">과</a:t>
            </a:r>
            <a:r>
              <a:rPr lang="en-US" sz="2000"/>
              <a:t xml:space="preserve"> </a:t>
            </a:r>
            <a:r>
              <a:rPr lang="en-US" sz="2000" b="1"/>
              <a:t xml:space="preserve">굵게</a:t>
            </a:r>
            <a:r>
              <a:rPr lang="en-US" sz="2000"/>
              <a:t xml:space="preserve"> </a:t>
            </a:r>
            <a:r>
              <a:rPr lang="en-US" sz="2000"/>
              <a:t xml:space="preserve">와</a:t>
            </a:r>
            <a:r>
              <a:rPr lang="en-US" sz="2000"/>
              <a:t xml:space="preserve"> </a:t>
            </a:r>
            <a:r>
              <a:rPr lang="en-US" sz="2000">
                <a:latin typeface="Consolas"/>
              </a:rPr>
              <a:t xml:space="preserve">코드</a:t>
            </a:r>
            <a:r>
              <a:rPr lang="en-US" sz="2000"/>
              <a:t xml:space="preserve"> </a:t>
            </a:r>
            <a:r>
              <a:rPr lang="en-US" sz="2000"/>
              <a:t xml:space="preserve">를</a:t>
            </a:r>
            <a:r>
              <a:rPr lang="en-US" sz="2000"/>
              <a:t xml:space="preserve"> </a:t>
            </a:r>
            <a:r>
              <a:rPr lang="en-US" sz="2000"/>
              <a:t xml:space="preserve">씁니다.</a:t>
            </a:r>
            <a:r>
              <a:rPr lang="en-US" sz="2000"/>
              <a:t xml:space="preserve"> </a:t>
            </a:r>
            <a:r>
              <a:rPr lang="en-US" sz="2000"/>
              <a:t xml:space="preserve">This</a:t>
            </a:r>
            <a:r>
              <a:rPr lang="en-US" sz="2000"/>
              <a:t xml:space="preserve"> </a:t>
            </a:r>
            <a:r>
              <a:rPr lang="en-US" sz="2000"/>
              <a:t xml:space="preserve">sentence</a:t>
            </a:r>
            <a:r>
              <a:rPr lang="en-US" sz="2000"/>
              <a:t xml:space="preserve"> </a:t>
            </a:r>
            <a:r>
              <a:rPr lang="en-US" sz="2000"/>
              <a:t xml:space="preserve">is</a:t>
            </a:r>
            <a:r>
              <a:rPr lang="en-US" sz="2000"/>
              <a:t xml:space="preserve"> </a:t>
            </a:r>
            <a:r>
              <a:rPr lang="en-US" sz="2000"/>
              <a:t xml:space="preserve">in</a:t>
            </a:r>
            <a:r>
              <a:rPr lang="en-US" sz="2000"/>
              <a:t xml:space="preserve"> </a:t>
            </a:r>
            <a:r>
              <a:rPr lang="en-US" sz="2000"/>
              <a:t xml:space="preserve">English.</a:t>
            </a:r>
          </a:p>
          <a:p>
            <a:pPr marL="0" indent="0" lvl="0">
              <a:buNone/>
            </a:pPr>
            <a:r>
              <a:rPr lang="en-US" sz="2000"/>
              <a:t xml:space="preserve">옵션은</a:t>
            </a:r>
            <a:r>
              <a:rPr lang="en-US" sz="2000"/>
              <a:t xml:space="preserve"> </a:t>
            </a:r>
            <a:r>
              <a:rPr lang="en-US" sz="2000"/>
              <a:t xml:space="preserve">다음과</a:t>
            </a:r>
            <a:r>
              <a:rPr lang="en-US" sz="2000"/>
              <a:t xml:space="preserve"> </a:t>
            </a:r>
            <a:r>
              <a:rPr lang="en-US" sz="2000"/>
              <a:t xml:space="preserve">같습니다.</a:t>
            </a:r>
          </a:p>
          <a:p>
            <a:pPr marL="0" indent="0" lvl="0">
              <a:buNone/>
            </a:pPr>
            <a:r>
              <a:rPr lang="en-US" sz="2000" b="1"/>
              <a:t xml:space="preserve">-f</a:t>
            </a:r>
            <a:r>
              <a:rPr lang="en-US" sz="2000" b="1"/>
              <a:t xml:space="preserve"> </a:t>
            </a:r>
            <a:r>
              <a:rPr lang="en-US" sz="2000" b="1"/>
              <a:t xml:space="preserve">Ar</a:t>
            </a:r>
            <a:r>
              <a:rPr lang="en-US" sz="2000" b="1"/>
              <a:t xml:space="preserve"> </a:t>
            </a:r>
            <a:r>
              <a:rPr lang="en-US" sz="2000" b="1"/>
              <a:t xml:space="preserve">format</a:t>
            </a:r>
          </a:p>
          <a:p>
            <a:pPr marL="685800" indent="-285750" lvl="1">
              <a:buChar char="•"/>
            </a:pPr>
            <a:r>
              <a:rPr lang="en-US" sz="2000"/>
              <a:t xml:space="preserve">입력</a:t>
            </a:r>
            <a:r>
              <a:rPr lang="en-US" sz="2000"/>
              <a:t xml:space="preserve"> </a:t>
            </a:r>
            <a:r>
              <a:rPr lang="en-US" sz="2000"/>
              <a:t xml:space="preserve">형식을</a:t>
            </a:r>
            <a:r>
              <a:rPr lang="en-US" sz="2000"/>
              <a:t xml:space="preserve"> </a:t>
            </a:r>
            <a:r>
              <a:rPr lang="en-US" sz="2000"/>
              <a:t xml:space="preserve">지정합니다.</a:t>
            </a:r>
          </a:p>
          <a:p>
            <a:pPr marL="0" indent="0" lvl="0">
              <a:buNone/>
            </a:pPr>
            <a:r>
              <a:rPr lang="en-US" sz="2000" b="1"/>
              <a:t xml:space="preserve">-t</a:t>
            </a:r>
            <a:r>
              <a:rPr lang="en-US" sz="2000" b="1"/>
              <a:t xml:space="preserve"> </a:t>
            </a:r>
            <a:r>
              <a:rPr lang="en-US" sz="2000" b="1"/>
              <a:t xml:space="preserve">Ar</a:t>
            </a:r>
            <a:r>
              <a:rPr lang="en-US" sz="2000" b="1"/>
              <a:t xml:space="preserve"> </a:t>
            </a:r>
            <a:r>
              <a:rPr lang="en-US" sz="2000" b="1"/>
              <a:t xml:space="preserve">format</a:t>
            </a:r>
          </a:p>
          <a:p>
            <a:pPr marL="685800" indent="-285750" lvl="1">
              <a:buChar char="•"/>
            </a:pPr>
            <a:r>
              <a:rPr lang="en-US" sz="2000"/>
              <a:t xml:space="preserve">출력</a:t>
            </a:r>
            <a:r>
              <a:rPr lang="en-US" sz="2000"/>
              <a:t xml:space="preserve"> </a:t>
            </a:r>
            <a:r>
              <a:rPr lang="en-US" sz="2000"/>
              <a:t xml:space="preserve">형식을</a:t>
            </a:r>
            <a:r>
              <a:rPr lang="en-US" sz="2000"/>
              <a:t xml:space="preserve"> </a:t>
            </a:r>
            <a:r>
              <a:rPr lang="en-US" sz="2000"/>
              <a:t xml:space="preserve">지정합니다.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EXAMPLES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285750" lvl="0">
              <a:buChar char="•"/>
            </a:pPr>
            <a:r>
              <a:rPr lang="en-US" sz="2000"/>
              <a:t xml:space="preserve">첫</a:t>
            </a:r>
            <a:r>
              <a:rPr lang="en-US" sz="2000"/>
              <a:t xml:space="preserve"> </a:t>
            </a:r>
            <a:r>
              <a:rPr lang="en-US" sz="2000"/>
              <a:t xml:space="preserve">번째</a:t>
            </a:r>
            <a:r>
              <a:rPr lang="en-US" sz="2000"/>
              <a:t xml:space="preserve"> </a:t>
            </a:r>
            <a:r>
              <a:rPr lang="en-US" sz="2000"/>
              <a:t xml:space="preserve">항목</a:t>
            </a:r>
          </a:p>
          <a:p>
            <a:pPr marL="342900" indent="-285750" lvl="0">
              <a:buChar char="•"/>
            </a:pPr>
            <a:r>
              <a:rPr lang="en-US" sz="2000"/>
              <a:t xml:space="preserve">두</a:t>
            </a:r>
            <a:r>
              <a:rPr lang="en-US" sz="2000"/>
              <a:t xml:space="preserve"> </a:t>
            </a:r>
            <a:r>
              <a:rPr lang="en-US" sz="2000"/>
              <a:t xml:space="preserve">번째</a:t>
            </a:r>
            <a:r>
              <a:rPr lang="en-US" sz="2000"/>
              <a:t xml:space="preserve"> </a:t>
            </a:r>
            <a:r>
              <a:rPr lang="en-US" sz="2000"/>
              <a:t xml:space="preserve">항목</a:t>
            </a:r>
          </a:p>
          <a:p>
            <a:pPr marL="342900" indent="-285750" lvl="0">
              <a:buChar char="•"/>
            </a:pPr>
            <a:r>
              <a:rPr lang="en-US" sz="2000"/>
              <a:t xml:space="preserve">세</a:t>
            </a:r>
            <a:r>
              <a:rPr lang="en-US" sz="2000"/>
              <a:t xml:space="preserve"> </a:t>
            </a:r>
            <a:r>
              <a:rPr lang="en-US" sz="2000"/>
              <a:t xml:space="preserve">번째</a:t>
            </a:r>
            <a:r>
              <a:rPr lang="en-US" sz="2000"/>
              <a:t xml:space="preserve"> </a:t>
            </a:r>
            <a:r>
              <a:rPr lang="en-US" sz="2000"/>
              <a:t xml:space="preserve">항목</a:t>
            </a:r>
          </a:p>
          <a:p>
            <a:pPr marL="0" indent="0" lvl="0">
              <a:buNone/>
            </a:pPr>
            <a:r>
              <a:rPr lang="en-US" sz="1400">
                <a:latin typeface="Consolas"/>
              </a:rPr>
              <a:t xml:space="preserve">mdcv -f markdown -t html sample.md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SEE ALSO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lvl="0">
              <a:buNone/>
            </a:pPr>
            <a:r>
              <a:rPr lang="en-US" sz="2000" b="1"/>
              <a:t xml:space="preserve">pandoc(1)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Malgun Gothic"/>
        <a:cs typeface=""/>
      </a:majorFont>
      <a:minorFont>
        <a:latin typeface="Calibri"/>
        <a:ea typeface="Malgun Gothic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My Document Converter</Application>
  <Slides>6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MDCV(1)</dc:title>
  <dc:creator/>
  <dcterms:created xsi:type="dcterms:W3CDTF">2026-09-22T05:17:31.452Z</dcterms:created>
</cp:coreProperties>
</file>