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9144000" cy="6858000" type="screen4x3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defRPr sz="3200" b="1">
          <a:latin typeface="+mj-lt"/>
        </a:defRPr>
      </a:lvl1pPr>
    </p:titleStyle>
    <p:bodyStyle>
      <a:lvl1pPr marL="342900" indent="-342900">
        <a:buChar char="•"/>
        <a:defRPr sz="2000"/>
      </a:lvl1pPr>
      <a:lvl2pPr marL="742950" indent="-285750">
        <a:buChar char="–"/>
        <a:defRPr sz="1800"/>
      </a:lvl2pPr>
      <a:lvl3pPr marL="1143000" indent="-228600">
        <a:buChar char="•"/>
        <a:defRPr sz="1600"/>
      </a:lvl3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소개 (Introduction)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1400"/>
              <a:t xml:space="preserve">TikiWiki</a:t>
            </a:r>
            <a:r>
              <a:rPr lang="en-US" sz="1400"/>
              <a:t xml:space="preserve"> </a:t>
            </a:r>
            <a:r>
              <a:rPr lang="en-US" sz="1400"/>
              <a:t xml:space="preserve">는</a:t>
            </a:r>
            <a:r>
              <a:rPr lang="en-US" sz="1400"/>
              <a:t xml:space="preserve"> </a:t>
            </a:r>
            <a:r>
              <a:rPr lang="en-US" sz="1400" b="1"/>
              <a:t xml:space="preserve">굵게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 i="1"/>
              <a:t xml:space="preserve">기울임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>
                <a:latin typeface="Consolas"/>
              </a:rPr>
              <a:t xml:space="preserve">코드</a:t>
            </a:r>
            <a:r>
              <a:rPr lang="en-US" sz="1400"/>
              <a:t xml:space="preserve"> </a:t>
            </a:r>
            <a:r>
              <a:rPr lang="en-US" sz="1400"/>
              <a:t xml:space="preserve">와</a:t>
            </a:r>
            <a:r>
              <a:rPr lang="en-US" sz="1400"/>
              <a:t xml:space="preserve"> </a:t>
            </a:r>
            <a:r>
              <a:rPr lang="en-US" sz="1400"/>
              <a:t xml:space="preserve">링크</a:t>
            </a:r>
            <a:r>
              <a:rPr lang="en-US" sz="1400"/>
              <a:t xml:space="preserve"> </a:t>
            </a:r>
            <a:r>
              <a:rPr lang="en-US" sz="1400"/>
              <a:t xml:space="preserve">를</a:t>
            </a:r>
            <a:r>
              <a:rPr lang="en-US" sz="1400"/>
              <a:t xml:space="preserve"> </a:t>
            </a:r>
            <a:r>
              <a:rPr lang="en-US" sz="1400"/>
              <a:t xml:space="preserve">지원합니다.</a:t>
            </a:r>
            <a:r>
              <a:rPr lang="en-US" sz="1400"/>
              <a:t xml:space="preserve"> </a:t>
            </a:r>
            <a:r>
              <a:rPr lang="en-US" sz="1400"/>
              <a:t xml:space="preserve">This</a:t>
            </a:r>
            <a:r>
              <a:rPr lang="en-US" sz="1400"/>
              <a:t xml:space="preserve"> </a:t>
            </a:r>
            <a:r>
              <a:rPr lang="en-US" sz="1400"/>
              <a:t xml:space="preserve">line</a:t>
            </a:r>
            <a:r>
              <a:rPr lang="en-US" sz="1400"/>
              <a:t xml:space="preserve"> </a:t>
            </a:r>
            <a:r>
              <a:rPr lang="en-US" sz="1400"/>
              <a:t xml:space="preserve">is</a:t>
            </a:r>
            <a:r>
              <a:rPr lang="en-US" sz="1400"/>
              <a:t xml:space="preserve"> </a:t>
            </a:r>
            <a:r>
              <a:rPr lang="en-US" sz="1400"/>
              <a:t xml:space="preserve">in</a:t>
            </a:r>
            <a:r>
              <a:rPr lang="en-US" sz="1400"/>
              <a:t xml:space="preserve"> </a:t>
            </a:r>
            <a:r>
              <a:rPr lang="en-US" sz="1400"/>
              <a:t xml:space="preserve">English.</a:t>
            </a:r>
          </a:p>
          <a:p>
            <a:pPr marL="0" indent="0" lvl="0">
              <a:buNone/>
            </a:pPr>
            <a:r>
              <a:rPr lang="en-US" sz="1800" b="1"/>
              <a:t xml:space="preserve">목록</a:t>
            </a:r>
            <a:r>
              <a:rPr lang="en-US" sz="1800" b="1"/>
              <a:t xml:space="preserve"> </a:t>
            </a:r>
            <a:r>
              <a:rPr lang="en-US" sz="1800" b="1"/>
              <a:t xml:space="preserve">(Lists)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첫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중첩된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순서가</a:t>
            </a:r>
            <a:r>
              <a:rPr lang="en-US" sz="1400"/>
              <a:t xml:space="preserve"> </a:t>
            </a:r>
            <a:r>
              <a:rPr lang="en-US" sz="1400"/>
              <a:t xml:space="preserve">있는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0" indent="0" lvl="0">
              <a:buNone/>
            </a:pPr>
            <a:r>
              <a:rPr lang="en-US" sz="1800" b="1"/>
              <a:t xml:space="preserve">코드</a:t>
            </a:r>
            <a:r>
              <a:rPr lang="en-US" sz="1800" b="1"/>
              <a:t xml:space="preserve"> </a:t>
            </a:r>
            <a:r>
              <a:rPr lang="en-US" sz="1800" b="1"/>
              <a:t xml:space="preserve">(Code)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function greet(name) {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  console.log('Hello, ' + name)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}</a:t>
            </a:r>
          </a:p>
          <a:p>
            <a:pPr marL="0" indent="0" lvl="0">
              <a:buNone/>
            </a:pPr>
            <a:r>
              <a:rPr lang="en-US" sz="1800" b="1"/>
              <a:t xml:space="preserve">표</a:t>
            </a:r>
            <a:r>
              <a:rPr lang="en-US" sz="1800" b="1"/>
              <a:t xml:space="preserve"> </a:t>
            </a:r>
            <a:r>
              <a:rPr lang="en-US" sz="1800" b="1"/>
              <a:t xml:space="preserve">(Table)</a:t>
            </a:r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57200" y="1600200"/>
          <a:ext cx="8229600" cy="1483360"/>
        </p:xfrm>
        <a:graphic>
          <a:graphicData uri="http://schemas.openxmlformats.org/drawingml/2006/table">
            <a:tbl>
              <a:tblPr firstRow="1" bandRow="1"/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형식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확장자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Markdown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.md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.html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.docx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Malgun Gothic"/>
        <a:cs typeface=""/>
      </a:majorFont>
      <a:minorFont>
        <a:latin typeface="Calibri"/>
        <a:ea typeface="Malgun Gothic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My Document Converter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terms:created xsi:type="dcterms:W3CDTF">2026-09-22T05:17:31.310Z</dcterms:created>
</cp:coreProperties>
</file>