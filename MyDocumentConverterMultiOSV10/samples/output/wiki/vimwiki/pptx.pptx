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Vimwiki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지원합니다.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line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</dc:title>
  <dc:creator/>
  <dcterms:created xsi:type="dcterms:W3CDTF">2026-09-22T05:17:31.376Z</dcterms:created>
</cp:coreProperties>
</file>