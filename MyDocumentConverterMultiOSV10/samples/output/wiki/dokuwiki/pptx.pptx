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☒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☐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/>
              <a:t xml:space="preserve">;</a:t>
            </a:r>
            <a:r>
              <a:rPr lang="en-US" sz="1400"/>
              <a:t xml:space="preserve"> </a:t>
            </a:r>
            <a:r>
              <a:rPr lang="en-US" sz="1400"/>
              <a:t xml:space="preserve">용어</a:t>
            </a:r>
            <a:r>
              <a:rPr lang="en-US" sz="1400"/>
              <a:t xml:space="preserve"> </a:t>
            </a:r>
            <a:r>
              <a:rPr lang="en-US" sz="1400"/>
              <a:t xml:space="preserve">:</a:t>
            </a:r>
            <a:r>
              <a:rPr lang="en-US" sz="1400"/>
              <a:t xml:space="preserve"> </a:t>
            </a: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  <a:r>
              <a:rPr lang="en-US" sz="1400"/>
              <a:t xml:space="preserve"> </a:t>
            </a:r>
            <a:r>
              <a:rPr lang="en-US" sz="1400"/>
              <a:t xml:space="preserve">;</a:t>
            </a:r>
            <a:r>
              <a:rPr lang="en-US" sz="1400"/>
              <a:t xml:space="preserve"> </a:t>
            </a:r>
            <a:r>
              <a:rPr lang="en-US" sz="1400"/>
              <a:t xml:space="preserve">Pandoc</a:t>
            </a:r>
            <a:r>
              <a:rPr lang="en-US" sz="1400"/>
              <a:t xml:space="preserve"> </a:t>
            </a:r>
            <a:r>
              <a:rPr lang="en-US" sz="1400"/>
              <a:t xml:space="preserve">:</a:t>
            </a:r>
            <a:r>
              <a:rPr lang="en-US" sz="1400"/>
              <a:t xml:space="preserve"> </a:t>
            </a: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&lt;latex&gt;E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mc^2&lt;/latex&gt;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&lt;latex&gt;\int_0^1</a:t>
            </a:r>
            <a:r>
              <a:rPr lang="en-US" sz="1400"/>
              <a:t xml:space="preserve"> </a:t>
            </a:r>
            <a:r>
              <a:rPr lang="en-US" sz="1400"/>
              <a:t xml:space="preserve">x^2\,dx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\frac{1}{3}&lt;/latex&gt;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</a:t>
            </a:r>
            <a:r>
              <a:rPr lang="en-US" sz="1400"/>
              <a:t xml:space="preserve">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 </a:t>
            </a:r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2026-09-22T05:40:04.512Z</dcterms:created>
</cp:coreProperties>
</file>