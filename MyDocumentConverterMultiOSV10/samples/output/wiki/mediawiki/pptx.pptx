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용어에</a:t>
            </a:r>
            <a:r>
              <a:rPr lang="en-US" sz="1400" i="1"/>
              <a:t xml:space="preserve"> </a:t>
            </a:r>
            <a:r>
              <a:rPr lang="en-US" sz="1400" i="1"/>
              <a:t xml:space="preserve">대한</a:t>
            </a:r>
            <a:r>
              <a:rPr lang="en-US" sz="1400" i="1"/>
              <a:t xml:space="preserve"> </a:t>
            </a:r>
            <a:r>
              <a:rPr lang="en-US" sz="1400" i="1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범용</a:t>
            </a:r>
            <a:r>
              <a:rPr lang="en-US" sz="1400" i="1"/>
              <a:t xml:space="preserve"> </a:t>
            </a:r>
            <a:r>
              <a:rPr lang="en-US" sz="1400" i="1"/>
              <a:t xml:space="preserve">문서</a:t>
            </a:r>
            <a:r>
              <a:rPr lang="en-US" sz="1400" i="1"/>
              <a:t xml:space="preserve"> </a:t>
            </a:r>
            <a:r>
              <a:rPr lang="en-US" sz="1400" i="1"/>
              <a:t xml:space="preserve">변환기.</a:t>
            </a:r>
            <a:r>
              <a:rPr lang="en-US" sz="1400" i="1"/>
              <a:t xml:space="preserve"> </a:t>
            </a:r>
            <a:r>
              <a:rPr lang="en-US" sz="1400" i="1"/>
              <a:t xml:space="preserve">이</a:t>
            </a:r>
            <a:r>
              <a:rPr lang="en-US" sz="1400" i="1"/>
              <a:t xml:space="preserve"> </a:t>
            </a:r>
            <a:r>
              <a:rPr lang="en-US" sz="1400" i="1"/>
              <a:t xml:space="preserve">프로그램은</a:t>
            </a:r>
            <a:r>
              <a:rPr lang="en-US" sz="1400" i="1"/>
              <a:t xml:space="preserve"> </a:t>
            </a:r>
            <a:r>
              <a:rPr lang="en-US" sz="1400" i="1"/>
              <a:t xml:space="preserve">같은</a:t>
            </a:r>
            <a:r>
              <a:rPr lang="en-US" sz="1400" i="1"/>
              <a:t xml:space="preserve"> </a:t>
            </a:r>
            <a:r>
              <a:rPr lang="en-US" sz="1400" i="1"/>
              <a:t xml:space="preserve">형식</a:t>
            </a:r>
            <a:r>
              <a:rPr lang="en-US" sz="1400" i="1"/>
              <a:t xml:space="preserve"> </a:t>
            </a:r>
            <a:r>
              <a:rPr lang="en-US" sz="1400" i="1"/>
              <a:t xml:space="preserve">집합을</a:t>
            </a:r>
            <a:r>
              <a:rPr lang="en-US" sz="1400" i="1"/>
              <a:t xml:space="preserve"> </a:t>
            </a:r>
            <a:r>
              <a:rPr lang="en-US" sz="1400" i="1"/>
              <a:t xml:space="preserve">자체</a:t>
            </a:r>
            <a:r>
              <a:rPr lang="en-US" sz="1400" i="1"/>
              <a:t xml:space="preserve"> </a:t>
            </a:r>
            <a:r>
              <a:rPr lang="en-US" sz="1400" i="1"/>
              <a:t xml:space="preserve">엔진으로</a:t>
            </a:r>
            <a:r>
              <a:rPr lang="en-US" sz="1400" i="1"/>
              <a:t xml:space="preserve"> </a:t>
            </a:r>
            <a:r>
              <a:rPr lang="en-US" sz="1400" i="1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  <a:p>
            <a:pPr marL="0" indent="0" lvl="0">
              <a:buNone/>
            </a:pPr>
            <a:r>
              <a:rPr lang="en-US" sz="2400" b="1"/>
              <a:t xml:space="preserve">Notes</a:t>
            </a:r>
          </a:p>
          <a:p>
            <a:pPr marL="0" indent="0" lvl="0">
              <a:buNone/>
            </a:pPr>
            <a:r>
              <a:rPr lang="en-US" sz="2000"/>
              <a:t xml:space="preserve">&lt;references</a:t>
            </a:r>
            <a:r>
              <a:rPr lang="en-US" sz="2000"/>
              <a:t xml:space="preserve"> </a:t>
            </a:r>
            <a:r>
              <a:rPr lang="en-US" sz="2000"/>
              <a:t xml:space="preserve">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2026-09-22T05:17:31.275Z</dcterms:created>
</cp:coreProperties>
</file>