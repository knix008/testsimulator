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My Document Converter 샘플 문서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H~2~O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Latin\-only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☒</a:t>
            </a:r>
            <a:r>
              <a:rPr lang="en-US" sz="1400"/>
              <a:t xml:space="preserve"> </a:t>
            </a: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☐</a:t>
            </a:r>
            <a:r>
              <a:rPr lang="en-US" sz="1400"/>
              <a:t xml:space="preserve"> </a:t>
            </a: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용어에</a:t>
            </a:r>
            <a:r>
              <a:rPr lang="en-US" sz="1400" i="1"/>
              <a:t xml:space="preserve"> </a:t>
            </a:r>
            <a:r>
              <a:rPr lang="en-US" sz="1400" i="1"/>
              <a:t xml:space="preserve">대한</a:t>
            </a:r>
            <a:r>
              <a:rPr lang="en-US" sz="1400" i="1"/>
              <a:t xml:space="preserve"> </a:t>
            </a:r>
            <a:r>
              <a:rPr lang="en-US" sz="1400" i="1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범용</a:t>
            </a:r>
            <a:r>
              <a:rPr lang="en-US" sz="1400" i="1"/>
              <a:t xml:space="preserve"> </a:t>
            </a:r>
            <a:r>
              <a:rPr lang="en-US" sz="1400" i="1"/>
              <a:t xml:space="preserve">문서</a:t>
            </a:r>
            <a:r>
              <a:rPr lang="en-US" sz="1400" i="1"/>
              <a:t xml:space="preserve"> </a:t>
            </a:r>
            <a:r>
              <a:rPr lang="en-US" sz="1400" i="1"/>
              <a:t xml:space="preserve">변환기.</a:t>
            </a:r>
            <a:r>
              <a:rPr lang="en-US" sz="1400" i="1"/>
              <a:t xml:space="preserve"> </a:t>
            </a:r>
            <a:r>
              <a:rPr lang="en-US" sz="1400" i="1"/>
              <a:t xml:space="preserve">이</a:t>
            </a:r>
            <a:r>
              <a:rPr lang="en-US" sz="1400" i="1"/>
              <a:t xml:space="preserve"> </a:t>
            </a:r>
            <a:r>
              <a:rPr lang="en-US" sz="1400" i="1"/>
              <a:t xml:space="preserve">프로그램은</a:t>
            </a:r>
            <a:r>
              <a:rPr lang="en-US" sz="1400" i="1"/>
              <a:t xml:space="preserve"> </a:t>
            </a:r>
            <a:r>
              <a:rPr lang="en-US" sz="1400" i="1"/>
              <a:t xml:space="preserve">같은</a:t>
            </a:r>
            <a:r>
              <a:rPr lang="en-US" sz="1400" i="1"/>
              <a:t xml:space="preserve"> </a:t>
            </a:r>
            <a:r>
              <a:rPr lang="en-US" sz="1400" i="1"/>
              <a:t xml:space="preserve">형식</a:t>
            </a:r>
            <a:r>
              <a:rPr lang="en-US" sz="1400" i="1"/>
              <a:t xml:space="preserve"> </a:t>
            </a:r>
            <a:r>
              <a:rPr lang="en-US" sz="1400" i="1"/>
              <a:t xml:space="preserve">집합을</a:t>
            </a:r>
            <a:r>
              <a:rPr lang="en-US" sz="1400" i="1"/>
              <a:t xml:space="preserve"> </a:t>
            </a:r>
            <a:r>
              <a:rPr lang="en-US" sz="1400" i="1"/>
              <a:t xml:space="preserve">자체</a:t>
            </a:r>
            <a:r>
              <a:rPr lang="en-US" sz="1400" i="1"/>
              <a:t xml:space="preserve"> </a:t>
            </a:r>
            <a:r>
              <a:rPr lang="en-US" sz="1400" i="1"/>
              <a:t xml:space="preserve">엔진으로</a:t>
            </a:r>
            <a:r>
              <a:rPr lang="en-US" sz="1400" i="1"/>
              <a:t xml:space="preserve"> </a:t>
            </a:r>
            <a:r>
              <a:rPr lang="en-US" sz="1400" i="1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/>
              <a:t xml:space="preserve">{{\int_0^1</a:t>
            </a:r>
            <a:r>
              <a:rPr lang="en-US" sz="1400"/>
              <a:t xml:space="preserve"> </a:t>
            </a:r>
            <a:r>
              <a:rPr lang="en-US" sz="1400"/>
              <a:t xml:space="preserve">x^2\,dx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\frac{1}{3}}}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</a:t>
            </a:r>
            <a:r>
              <a:rPr lang="en-US" sz="1400"/>
              <a:t xml:space="preserve">(각주의</a:t>
            </a:r>
            <a:r>
              <a:rPr lang="en-US" sz="1400"/>
              <a:t xml:space="preserve"> </a:t>
            </a:r>
            <a:r>
              <a:rPr lang="en-US" sz="1400"/>
              <a:t xml:space="preserve">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[image: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2026-09-22T05:17:31.233Z</dcterms:created>
</cp:coreProperties>
</file>