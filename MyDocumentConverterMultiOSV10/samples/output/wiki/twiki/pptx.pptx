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TWiki</a:t>
            </a:r>
            <a:r>
              <a:rPr lang="en-US" sz="1400"/>
              <a:t xml:space="preserve"> </a:t>
            </a:r>
            <a:r>
              <a:rPr lang="en-US" sz="1400"/>
              <a:t xml:space="preserve">는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i="1"/>
              <a:t xml:space="preserve">기울임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코드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지원합니다.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line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console.log('Hello, ' + name)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483360"/>
        </p:xfrm>
        <a:graphic>
          <a:graphicData uri="http://schemas.openxmlformats.org/drawingml/2006/table">
            <a:tbl>
              <a:tblPr firstRow="1" bandRow="1"/>
              <a:tblGrid>
                <a:gridCol w="4114800"/>
                <a:gridCol w="41148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terms:created xsi:type="dcterms:W3CDTF">2026-09-22T05:17:31.343Z</dcterms:created>
</cp:coreProperties>
</file>