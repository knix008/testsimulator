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TWiki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지원합니다.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line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2026-09-22T05:40:04.679Z</dcterms:created>
</cp:coreProperties>
</file>