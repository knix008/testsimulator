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 문서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 · 2026-09-22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 i="1"/>
              <a:t xml:space="preserve">E = 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 i="1"/>
              <a:t xml:space="preserve">\int_0^1 x^2\,dx = \frac{1}{3}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(각주의 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 아이콘: ../public/app-icon.svg]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br/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 문서</dc:title>
  <dc:creator>SHKWON</dc:creator>
  <dcterms:created xsi:type="dcterms:W3CDTF">2026-09-22T05:17:32.189Z</dcterms:created>
</cp:coreProperties>
</file>