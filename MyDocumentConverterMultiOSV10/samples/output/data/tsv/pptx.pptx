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읽기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쓰기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terms:created xsi:type="dcterms:W3CDTF">2026-09-22T05:17:32.221Z</dcterms:created>
</cp:coreProperties>
</file>