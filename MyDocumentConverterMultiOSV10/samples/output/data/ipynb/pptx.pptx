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용어에 대한 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범용 문서 변환기. 이 프로그램은 같은 형식 집합을 자체 엔진으로 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2026-09-22T05:40:05.584Z</dcterms:created>
</cp:coreProperties>
</file>