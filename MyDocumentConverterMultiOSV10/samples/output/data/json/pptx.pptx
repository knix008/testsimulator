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/>
              <a:t>My Document Converter 샘플 문서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en-US" sz="2400"/>
              <a:t>SHKWON · 2026-09-22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strike="sngStrike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</a:t>
            </a:r>
            <a:r>
              <a:rPr lang="en-US" sz="1400" baseline="-25000"/>
              <a:t xml:space="preserve">2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 baseline="300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용어에</a:t>
            </a:r>
            <a:r>
              <a:rPr lang="en-US" sz="1400"/>
              <a:t xml:space="preserve"> </a:t>
            </a:r>
            <a:r>
              <a:rPr lang="en-US" sz="1400"/>
              <a:t xml:space="preserve">대한</a:t>
            </a:r>
            <a:r>
              <a:rPr lang="en-US" sz="1400"/>
              <a:t xml:space="preserve"> </a:t>
            </a:r>
            <a:r>
              <a:rPr lang="en-US" sz="1400"/>
              <a:t xml:space="preserve">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범용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변환기.</a:t>
            </a:r>
            <a:r>
              <a:rPr lang="en-US" sz="1400"/>
              <a:t xml:space="preserve"> </a:t>
            </a: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프로그램은</a:t>
            </a:r>
            <a:r>
              <a:rPr lang="en-US" sz="1400"/>
              <a:t xml:space="preserve"> </a:t>
            </a:r>
            <a:r>
              <a:rPr lang="en-US" sz="1400"/>
              <a:t xml:space="preserve">같은</a:t>
            </a:r>
            <a:r>
              <a:rPr lang="en-US" sz="1400"/>
              <a:t xml:space="preserve"> </a:t>
            </a:r>
            <a:r>
              <a:rPr lang="en-US" sz="1400"/>
              <a:t xml:space="preserve">형식</a:t>
            </a:r>
            <a:r>
              <a:rPr lang="en-US" sz="1400"/>
              <a:t xml:space="preserve"> </a:t>
            </a:r>
            <a:r>
              <a:rPr lang="en-US" sz="1400"/>
              <a:t xml:space="preserve">집합을</a:t>
            </a:r>
            <a:r>
              <a:rPr lang="en-US" sz="1400"/>
              <a:t xml:space="preserve"> </a:t>
            </a:r>
            <a:r>
              <a:rPr lang="en-US" sz="1400"/>
              <a:t xml:space="preserve">자체</a:t>
            </a:r>
            <a:r>
              <a:rPr lang="en-US" sz="1400"/>
              <a:t xml:space="preserve"> </a:t>
            </a:r>
            <a:r>
              <a:rPr lang="en-US" sz="1400"/>
              <a:t xml:space="preserve">엔진으로</a:t>
            </a:r>
            <a:r>
              <a:rPr lang="en-US" sz="1400"/>
              <a:t xml:space="preserve"> </a:t>
            </a:r>
            <a:r>
              <a:rPr lang="en-US" sz="1400"/>
              <a:t xml:space="preserve">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</a:t>
            </a:r>
            <a:r>
              <a:rPr lang="en-US" sz="1400" i="1"/>
              <a:t xml:space="preserve"> </a:t>
            </a:r>
            <a:r>
              <a:rPr lang="en-US" sz="1400" i="1"/>
              <a:t xml:space="preserve">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 i="1"/>
              <a:t xml:space="preserve">E = mc^2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 i="1"/>
              <a:t xml:space="preserve">\int_0^1 x^2\,dx = \frac{1}{3}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/>
              <a:t xml:space="preserve"> (각주의 내용입니다.)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mailto:knix008@naver.com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[프로그램 아이콘: ../public/app-icon.svg]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마지막</a:t>
            </a:r>
            <a:r>
              <a:rPr lang="en-US" sz="2000"/>
              <a:t xml:space="preserve"> </a:t>
            </a:r>
            <a:r>
              <a:rPr lang="en-US" sz="2000"/>
              <a:t xml:space="preserve">문단입니다.</a:t>
            </a:r>
            <a:r>
              <a:rPr lang="en-US" sz="2000"/>
              <a:t xml:space="preserve"> </a:t>
            </a:r>
            <a:r>
              <a:rPr lang="en-US" sz="2000"/>
              <a:t xml:space="preserve">줄</a:t>
            </a:r>
            <a:r>
              <a:rPr lang="en-US" sz="2000"/>
              <a:t xml:space="preserve"> </a:t>
            </a:r>
            <a:r>
              <a:rPr lang="en-US" sz="2000"/>
              <a:t xml:space="preserve">끝에</a:t>
            </a:r>
            <a:r>
              <a:rPr lang="en-US" sz="2000"/>
              <a:t xml:space="preserve"> </a:t>
            </a:r>
            <a:r>
              <a:rPr lang="en-US" sz="2000"/>
              <a:t xml:space="preserve">두</a:t>
            </a:r>
            <a:r>
              <a:rPr lang="en-US" sz="2000"/>
              <a:t xml:space="preserve"> </a:t>
            </a:r>
            <a:r>
              <a:rPr lang="en-US" sz="2000"/>
              <a:t xml:space="preserve">칸을</a:t>
            </a:r>
            <a:r>
              <a:rPr lang="en-US" sz="2000"/>
              <a:t xml:space="preserve"> </a:t>
            </a:r>
            <a:r>
              <a:rPr lang="en-US" sz="2000"/>
              <a:t xml:space="preserve">두면</a:t>
            </a:r>
            <a:br/>
            <a:r>
              <a:rPr lang="en-US" sz="2000"/>
              <a:t xml:space="preserve">강제</a:t>
            </a:r>
            <a:r>
              <a:rPr lang="en-US" sz="2000"/>
              <a:t xml:space="preserve"> </a:t>
            </a:r>
            <a:r>
              <a:rPr lang="en-US" sz="2000"/>
              <a:t xml:space="preserve">줄바꿈이</a:t>
            </a:r>
            <a:r>
              <a:rPr lang="en-US" sz="2000"/>
              <a:t xml:space="preserve"> </a:t>
            </a:r>
            <a:r>
              <a:rPr lang="en-US" sz="2000"/>
              <a:t xml:space="preserve">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Document Converter 샘플 문서</dc:title>
  <dc:creator>SHKWON</dc:creator>
  <dcterms:created xsi:type="dcterms:W3CDTF">2026-09-22T05:40:05.638Z</dcterms:created>
</cp:coreProperties>
</file>