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285750" lvl="0">
              <a:buChar char="•"/>
            </a:pPr>
            <a:r>
              <a:rPr lang="en-US" sz="2000"/>
              <a:t xml:space="preserve">Suho</a:t>
            </a:r>
            <a:r>
              <a:rPr lang="en-US" sz="2000"/>
              <a:t xml:space="preserve"> </a:t>
            </a:r>
            <a:r>
              <a:rPr lang="en-US" sz="2000"/>
              <a:t xml:space="preserve">Kwon,</a:t>
            </a:r>
            <a:r>
              <a:rPr lang="en-US" sz="2000"/>
              <a:t xml:space="preserve"> </a:t>
            </a:r>
            <a:r>
              <a:rPr lang="en-US" sz="2000"/>
              <a:t xml:space="preserve">Jane</a:t>
            </a:r>
            <a:r>
              <a:rPr lang="en-US" sz="2000"/>
              <a:t xml:space="preserve"> </a:t>
            </a:r>
            <a:r>
              <a:rPr lang="en-US" sz="2000"/>
              <a:t xml:space="preserve">Doe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(2026-09).</a:t>
            </a:r>
            <a:r>
              <a:rPr lang="en-US" sz="2000"/>
              <a:t xml:space="preserve"> </a:t>
            </a:r>
            <a:r>
              <a:rPr lang="en-US" sz="2000" i="1"/>
              <a:t xml:space="preserve">Converting</a:t>
            </a:r>
            <a:r>
              <a:rPr lang="en-US" sz="2000" i="1"/>
              <a:t xml:space="preserve"> </a:t>
            </a:r>
            <a:r>
              <a:rPr lang="en-US" sz="2000" i="1"/>
              <a:t xml:space="preserve">documents</a:t>
            </a:r>
            <a:r>
              <a:rPr lang="en-US" sz="2000" i="1"/>
              <a:t xml:space="preserve"> </a:t>
            </a:r>
            <a:r>
              <a:rPr lang="en-US" sz="2000" i="1"/>
              <a:t xml:space="preserve">without</a:t>
            </a:r>
            <a:r>
              <a:rPr lang="en-US" sz="2000" i="1"/>
              <a:t xml:space="preserve"> </a:t>
            </a:r>
            <a:r>
              <a:rPr lang="en-US" sz="2000" i="1"/>
              <a:t xml:space="preserve">an</a:t>
            </a:r>
            <a:r>
              <a:rPr lang="en-US" sz="2000" i="1"/>
              <a:t xml:space="preserve"> </a:t>
            </a:r>
            <a:r>
              <a:rPr lang="en-US" sz="2000" i="1"/>
              <a:t xml:space="preserve">external</a:t>
            </a:r>
            <a:r>
              <a:rPr lang="en-US" sz="2000" i="1"/>
              <a:t xml:space="preserve"> </a:t>
            </a:r>
            <a:r>
              <a:rPr lang="en-US" sz="2000" i="1"/>
              <a:t xml:space="preserve">engine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Journal</a:t>
            </a:r>
            <a:r>
              <a:rPr lang="en-US" sz="2000"/>
              <a:t xml:space="preserve"> </a:t>
            </a:r>
            <a:r>
              <a:rPr lang="en-US" sz="2000"/>
              <a:t xml:space="preserve">of</a:t>
            </a:r>
            <a:r>
              <a:rPr lang="en-US" sz="2000"/>
              <a:t xml:space="preserve"> </a:t>
            </a:r>
            <a:r>
              <a:rPr lang="en-US" sz="2000"/>
              <a:t xml:space="preserve">Document</a:t>
            </a:r>
            <a:r>
              <a:rPr lang="en-US" sz="2000"/>
              <a:t xml:space="preserve"> </a:t>
            </a:r>
            <a:r>
              <a:rPr lang="en-US" sz="2000"/>
              <a:t xml:space="preserve">Engineering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12(3), 101-118.</a:t>
            </a:r>
            <a:r>
              <a:rPr lang="en-US" sz="2000"/>
              <a:t xml:space="preserve"> </a:t>
            </a:r>
            <a:r>
              <a:rPr lang="en-US" sz="2000"/>
              <a:t xml:space="preserve">doi:10.1000/jde.2026.12.3.101</a:t>
            </a:r>
          </a:p>
          <a:p>
            <a:pPr marL="342900" indent="-285750" lvl="0">
              <a:buChar char="•"/>
            </a:pPr>
            <a:r>
              <a:rPr lang="en-US" sz="2000"/>
              <a:t xml:space="preserve">John</a:t>
            </a:r>
            <a:r>
              <a:rPr lang="en-US" sz="2000"/>
              <a:t xml:space="preserve"> </a:t>
            </a:r>
            <a:r>
              <a:rPr lang="en-US" sz="2000"/>
              <a:t xml:space="preserve">MacFarlane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(2024).</a:t>
            </a:r>
            <a:r>
              <a:rPr lang="en-US" sz="2000"/>
              <a:t xml:space="preserve"> </a:t>
            </a:r>
            <a:r>
              <a:rPr lang="en-US" sz="2000" i="1"/>
              <a:t xml:space="preserve">Pandoc</a:t>
            </a:r>
            <a:r>
              <a:rPr lang="en-US" sz="2000" i="1"/>
              <a:t xml:space="preserve"> </a:t>
            </a:r>
            <a:r>
              <a:rPr lang="en-US" sz="2000" i="1"/>
              <a:t xml:space="preserve">User's</a:t>
            </a:r>
            <a:r>
              <a:rPr lang="en-US" sz="2000" i="1"/>
              <a:t xml:space="preserve"> </a:t>
            </a:r>
            <a:r>
              <a:rPr lang="en-US" sz="2000" i="1"/>
              <a:t xml:space="preserve">Guide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pandoc.org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https://pandoc.org/MANUAL.html</a:t>
            </a:r>
          </a:p>
          <a:p>
            <a:pPr marL="342900" indent="-285750" lvl="0">
              <a:buChar char="•"/>
            </a:pPr>
            <a:r>
              <a:rPr lang="en-US" sz="2000"/>
              <a:t xml:space="preserve">Minsoo</a:t>
            </a:r>
            <a:r>
              <a:rPr lang="en-US" sz="2000"/>
              <a:t xml:space="preserve"> </a:t>
            </a:r>
            <a:r>
              <a:rPr lang="en-US" sz="2000"/>
              <a:t xml:space="preserve">Lee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(2025).</a:t>
            </a:r>
            <a:r>
              <a:rPr lang="en-US" sz="2000"/>
              <a:t xml:space="preserve"> </a:t>
            </a:r>
            <a:r>
              <a:rPr lang="en-US" sz="2000" i="1"/>
              <a:t xml:space="preserve">천지인</a:t>
            </a:r>
            <a:r>
              <a:rPr lang="en-US" sz="2000" i="1"/>
              <a:t xml:space="preserve"> </a:t>
            </a:r>
            <a:r>
              <a:rPr lang="en-US" sz="2000" i="1"/>
              <a:t xml:space="preserve">입력기의</a:t>
            </a:r>
            <a:r>
              <a:rPr lang="en-US" sz="2000" i="1"/>
              <a:t xml:space="preserve"> </a:t>
            </a:r>
            <a:r>
              <a:rPr lang="en-US" sz="2000" i="1"/>
              <a:t xml:space="preserve">다중</a:t>
            </a:r>
            <a:r>
              <a:rPr lang="en-US" sz="2000" i="1"/>
              <a:t xml:space="preserve"> </a:t>
            </a:r>
            <a:r>
              <a:rPr lang="en-US" sz="2000" i="1"/>
              <a:t xml:space="preserve">플랫폼</a:t>
            </a:r>
            <a:r>
              <a:rPr lang="en-US" sz="2000" i="1"/>
              <a:t xml:space="preserve"> </a:t>
            </a:r>
            <a:r>
              <a:rPr lang="en-US" sz="2000" i="1"/>
              <a:t xml:space="preserve">이식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한국</a:t>
            </a:r>
            <a:r>
              <a:rPr lang="en-US" sz="2000"/>
              <a:t xml:space="preserve"> </a:t>
            </a:r>
            <a:r>
              <a:rPr lang="en-US" sz="2000"/>
              <a:t xml:space="preserve">소프트웨어</a:t>
            </a:r>
            <a:r>
              <a:rPr lang="en-US" sz="2000"/>
              <a:t xml:space="preserve"> </a:t>
            </a:r>
            <a:r>
              <a:rPr lang="en-US" sz="2000"/>
              <a:t xml:space="preserve">학회</a:t>
            </a:r>
            <a:r>
              <a:rPr lang="en-US" sz="2000"/>
              <a:t xml:space="preserve"> </a:t>
            </a:r>
            <a:r>
              <a:rPr lang="en-US" sz="2000"/>
              <a:t xml:space="preserve">학술대회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pp. 45-52.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2026-09-22T05:40:05.420Z</dcterms:created>
</cp:coreProperties>
</file>