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Char char="•"/>
            </a:pPr>
            <a:r>
              <a:rPr lang="en-US" sz="2000"/>
              <a:t xml:space="preserve">Suho</a:t>
            </a:r>
            <a:r>
              <a:rPr lang="en-US" sz="2000"/>
              <a:t xml:space="preserve"> </a:t>
            </a:r>
            <a:r>
              <a:rPr lang="en-US" sz="2000"/>
              <a:t xml:space="preserve">Kwon,</a:t>
            </a:r>
            <a:r>
              <a:rPr lang="en-US" sz="2000"/>
              <a:t xml:space="preserve"> </a:t>
            </a:r>
            <a:r>
              <a:rPr lang="en-US" sz="2000"/>
              <a:t xml:space="preserve">Jane</a:t>
            </a:r>
            <a:r>
              <a:rPr lang="en-US" sz="2000"/>
              <a:t xml:space="preserve"> </a:t>
            </a:r>
            <a:r>
              <a:rPr lang="en-US" sz="2000"/>
              <a:t xml:space="preserve">Doe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(2026-09).</a:t>
            </a:r>
            <a:r>
              <a:rPr lang="en-US" sz="2000"/>
              <a:t xml:space="preserve"> </a:t>
            </a:r>
            <a:r>
              <a:rPr lang="en-US" sz="2000" i="1"/>
              <a:t xml:space="preserve">Converting</a:t>
            </a:r>
            <a:r>
              <a:rPr lang="en-US" sz="2000" i="1"/>
              <a:t xml:space="preserve"> </a:t>
            </a:r>
            <a:r>
              <a:rPr lang="en-US" sz="2000" i="1"/>
              <a:t xml:space="preserve">documents</a:t>
            </a:r>
            <a:r>
              <a:rPr lang="en-US" sz="2000" i="1"/>
              <a:t xml:space="preserve"> </a:t>
            </a:r>
            <a:r>
              <a:rPr lang="en-US" sz="2000" i="1"/>
              <a:t xml:space="preserve">without</a:t>
            </a:r>
            <a:r>
              <a:rPr lang="en-US" sz="2000" i="1"/>
              <a:t xml:space="preserve"> </a:t>
            </a:r>
            <a:r>
              <a:rPr lang="en-US" sz="2000" i="1"/>
              <a:t xml:space="preserve">an</a:t>
            </a:r>
            <a:r>
              <a:rPr lang="en-US" sz="2000" i="1"/>
              <a:t xml:space="preserve"> </a:t>
            </a:r>
            <a:r>
              <a:rPr lang="en-US" sz="2000" i="1"/>
              <a:t xml:space="preserve">external</a:t>
            </a:r>
            <a:r>
              <a:rPr lang="en-US" sz="2000" i="1"/>
              <a:t xml:space="preserve"> </a:t>
            </a:r>
            <a:r>
              <a:rPr lang="en-US" sz="2000" i="1"/>
              <a:t xml:space="preserve">engine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Journal</a:t>
            </a:r>
            <a:r>
              <a:rPr lang="en-US" sz="2000"/>
              <a:t xml:space="preserve"> </a:t>
            </a:r>
            <a:r>
              <a:rPr lang="en-US" sz="2000"/>
              <a:t xml:space="preserve">of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Engineering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12(3), 101–118.</a:t>
            </a:r>
            <a:r>
              <a:rPr lang="en-US" sz="2000"/>
              <a:t xml:space="preserve"> </a:t>
            </a:r>
            <a:r>
              <a:rPr lang="en-US" sz="2000"/>
              <a:t xml:space="preserve">doi:10.1000/jde.2026.12.3.101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John</a:t>
            </a:r>
            <a:r>
              <a:rPr lang="en-US" sz="2000"/>
              <a:t xml:space="preserve"> </a:t>
            </a:r>
            <a:r>
              <a:rPr lang="en-US" sz="2000"/>
              <a:t xml:space="preserve">MacFarlane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(2024).</a:t>
            </a:r>
            <a:r>
              <a:rPr lang="en-US" sz="2000"/>
              <a:t xml:space="preserve"> </a:t>
            </a:r>
            <a:r>
              <a:rPr lang="en-US" sz="2000" i="1"/>
              <a:t xml:space="preserve">Pandoc</a:t>
            </a:r>
            <a:r>
              <a:rPr lang="en-US" sz="2000" i="1"/>
              <a:t xml:space="preserve"> </a:t>
            </a:r>
            <a:r>
              <a:rPr lang="en-US" sz="2000" i="1"/>
              <a:t xml:space="preserve">User's</a:t>
            </a:r>
            <a:r>
              <a:rPr lang="en-US" sz="2000" i="1"/>
              <a:t xml:space="preserve"> </a:t>
            </a:r>
            <a:r>
              <a:rPr lang="en-US" sz="2000" i="1"/>
              <a:t xml:space="preserve">Guide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pandoc.org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https://pandoc.org/MANUAL.html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Suho</a:t>
            </a:r>
            <a:r>
              <a:rPr lang="en-US" sz="2000"/>
              <a:t xml:space="preserve"> </a:t>
            </a:r>
            <a:r>
              <a:rPr lang="en-US" sz="2000"/>
              <a:t xml:space="preserve">Kwon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(2026-09-22).</a:t>
            </a:r>
            <a:r>
              <a:rPr lang="en-US" sz="2000"/>
              <a:t xml:space="preserve"> </a:t>
            </a:r>
            <a:r>
              <a:rPr lang="en-US" sz="2000" i="1"/>
              <a:t xml:space="preserve">My</a:t>
            </a:r>
            <a:r>
              <a:rPr lang="en-US" sz="2000" i="1"/>
              <a:t xml:space="preserve"> </a:t>
            </a:r>
            <a:r>
              <a:rPr lang="en-US" sz="2000" i="1"/>
              <a:t xml:space="preserve">Document</a:t>
            </a:r>
            <a:r>
              <a:rPr lang="en-US" sz="2000" i="1"/>
              <a:t xml:space="preserve"> </a:t>
            </a:r>
            <a:r>
              <a:rPr lang="en-US" sz="2000" i="1"/>
              <a:t xml:space="preserve">Converter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https://example.com/mdcv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2026-09-22T05:17:31.913Z</dcterms:created>
</cp:coreProperties>
</file>