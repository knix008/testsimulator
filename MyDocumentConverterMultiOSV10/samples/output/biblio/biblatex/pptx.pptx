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10"/>
  </p:sldIdLst>
  <p:sldSz cx="9144000" cy="6858000" type="screen4x3"/>
  <p:notesSz cx="6858000" cy="9144000"/>
  <p:defaultTextStyle>
    <a:defPPr>
      <a:defRPr lang="en-US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10" Type="http://schemas.openxmlformats.org/officeDocument/2006/relationships/slide" Target="slides/slid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>
        <a:defRPr sz="3200" b="1">
          <a:latin typeface="+mj-lt"/>
        </a:defRPr>
      </a:lvl1pPr>
    </p:titleStyle>
    <p:bodyStyle>
      <a:lvl1pPr marL="342900" indent="-342900">
        <a:buChar char="•"/>
        <a:defRPr sz="2000"/>
      </a:lvl1pPr>
      <a:lvl2pPr marL="742950" indent="-285750">
        <a:buChar char="–"/>
        <a:defRPr sz="1800"/>
      </a:lvl2pPr>
      <a:lvl3pPr marL="1143000" indent="-228600">
        <a:buChar char="•"/>
        <a:defRPr sz="1600"/>
      </a:lvl3pPr>
    </p:bodyStyle>
    <p:otherStyle>
      <a:lvl1pPr>
        <a:defRPr sz="18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/>
              <a:t> 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285750" lvl="0">
              <a:buChar char="•"/>
            </a:pPr>
            <a:r>
              <a:rPr lang="en-US" sz="2000"/>
              <a:t xml:space="preserve">Suho</a:t>
            </a:r>
            <a:r>
              <a:rPr lang="en-US" sz="2000"/>
              <a:t xml:space="preserve"> </a:t>
            </a:r>
            <a:r>
              <a:rPr lang="en-US" sz="2000"/>
              <a:t xml:space="preserve">Kwon,</a:t>
            </a:r>
            <a:r>
              <a:rPr lang="en-US" sz="2000"/>
              <a:t xml:space="preserve"> </a:t>
            </a:r>
            <a:r>
              <a:rPr lang="en-US" sz="2000"/>
              <a:t xml:space="preserve">Jane</a:t>
            </a:r>
            <a:r>
              <a:rPr lang="en-US" sz="2000"/>
              <a:t xml:space="preserve"> </a:t>
            </a:r>
            <a:r>
              <a:rPr lang="en-US" sz="2000"/>
              <a:t xml:space="preserve">Doe</a:t>
            </a:r>
            <a:r>
              <a:rPr lang="en-US" sz="2000"/>
              <a:t xml:space="preserve">.</a:t>
            </a:r>
            <a:r>
              <a:rPr lang="en-US" sz="2000"/>
              <a:t xml:space="preserve"> </a:t>
            </a:r>
            <a:r>
              <a:rPr lang="en-US" sz="2000"/>
              <a:t xml:space="preserve">(2026-09).</a:t>
            </a:r>
            <a:r>
              <a:rPr lang="en-US" sz="2000"/>
              <a:t xml:space="preserve"> </a:t>
            </a:r>
            <a:r>
              <a:rPr lang="en-US" sz="2000" i="1"/>
              <a:t xml:space="preserve">Converting</a:t>
            </a:r>
            <a:r>
              <a:rPr lang="en-US" sz="2000" i="1"/>
              <a:t xml:space="preserve"> </a:t>
            </a:r>
            <a:r>
              <a:rPr lang="en-US" sz="2000" i="1"/>
              <a:t xml:space="preserve">documents</a:t>
            </a:r>
            <a:r>
              <a:rPr lang="en-US" sz="2000" i="1"/>
              <a:t xml:space="preserve"> </a:t>
            </a:r>
            <a:r>
              <a:rPr lang="en-US" sz="2000" i="1"/>
              <a:t xml:space="preserve">without</a:t>
            </a:r>
            <a:r>
              <a:rPr lang="en-US" sz="2000" i="1"/>
              <a:t xml:space="preserve"> </a:t>
            </a:r>
            <a:r>
              <a:rPr lang="en-US" sz="2000" i="1"/>
              <a:t xml:space="preserve">an</a:t>
            </a:r>
            <a:r>
              <a:rPr lang="en-US" sz="2000" i="1"/>
              <a:t xml:space="preserve"> </a:t>
            </a:r>
            <a:r>
              <a:rPr lang="en-US" sz="2000" i="1"/>
              <a:t xml:space="preserve">external</a:t>
            </a:r>
            <a:r>
              <a:rPr lang="en-US" sz="2000" i="1"/>
              <a:t xml:space="preserve"> </a:t>
            </a:r>
            <a:r>
              <a:rPr lang="en-US" sz="2000" i="1"/>
              <a:t xml:space="preserve">engine</a:t>
            </a:r>
            <a:r>
              <a:rPr lang="en-US" sz="2000"/>
              <a:t xml:space="preserve">.</a:t>
            </a:r>
            <a:r>
              <a:rPr lang="en-US" sz="2000"/>
              <a:t xml:space="preserve"> </a:t>
            </a:r>
            <a:r>
              <a:rPr lang="en-US" sz="2000"/>
              <a:t xml:space="preserve">Journal</a:t>
            </a:r>
            <a:r>
              <a:rPr lang="en-US" sz="2000"/>
              <a:t xml:space="preserve"> </a:t>
            </a:r>
            <a:r>
              <a:rPr lang="en-US" sz="2000"/>
              <a:t xml:space="preserve">of</a:t>
            </a:r>
            <a:r>
              <a:rPr lang="en-US" sz="2000"/>
              <a:t xml:space="preserve"> </a:t>
            </a:r>
            <a:r>
              <a:rPr lang="en-US" sz="2000"/>
              <a:t xml:space="preserve">Document</a:t>
            </a:r>
            <a:r>
              <a:rPr lang="en-US" sz="2000"/>
              <a:t xml:space="preserve"> </a:t>
            </a:r>
            <a:r>
              <a:rPr lang="en-US" sz="2000"/>
              <a:t xml:space="preserve">Engineering</a:t>
            </a:r>
            <a:r>
              <a:rPr lang="en-US" sz="2000"/>
              <a:t xml:space="preserve">.</a:t>
            </a:r>
            <a:r>
              <a:rPr lang="en-US" sz="2000"/>
              <a:t xml:space="preserve"> </a:t>
            </a:r>
            <a:r>
              <a:rPr lang="en-US" sz="2000"/>
              <a:t xml:space="preserve">12(3), 101–118.</a:t>
            </a:r>
            <a:r>
              <a:rPr lang="en-US" sz="2000"/>
              <a:t xml:space="preserve"> </a:t>
            </a:r>
            <a:r>
              <a:rPr lang="en-US" sz="2000"/>
              <a:t xml:space="preserve">doi:10.1000/jde.2026.12.3.101</a:t>
            </a:r>
          </a:p>
          <a:p>
            <a:pPr marL="342900" indent="-285750" lvl="0">
              <a:buChar char="•"/>
            </a:pPr>
            <a:r>
              <a:rPr lang="en-US" sz="2000"/>
              <a:t xml:space="preserve">John</a:t>
            </a:r>
            <a:r>
              <a:rPr lang="en-US" sz="2000"/>
              <a:t xml:space="preserve"> </a:t>
            </a:r>
            <a:r>
              <a:rPr lang="en-US" sz="2000"/>
              <a:t xml:space="preserve">MacFarlane</a:t>
            </a:r>
            <a:r>
              <a:rPr lang="en-US" sz="2000"/>
              <a:t xml:space="preserve">.</a:t>
            </a:r>
            <a:r>
              <a:rPr lang="en-US" sz="2000"/>
              <a:t xml:space="preserve"> </a:t>
            </a:r>
            <a:r>
              <a:rPr lang="en-US" sz="2000"/>
              <a:t xml:space="preserve">(2024).</a:t>
            </a:r>
            <a:r>
              <a:rPr lang="en-US" sz="2000"/>
              <a:t xml:space="preserve"> </a:t>
            </a:r>
            <a:r>
              <a:rPr lang="en-US" sz="2000" i="1"/>
              <a:t xml:space="preserve">Pandoc</a:t>
            </a:r>
            <a:r>
              <a:rPr lang="en-US" sz="2000" i="1"/>
              <a:t xml:space="preserve"> </a:t>
            </a:r>
            <a:r>
              <a:rPr lang="en-US" sz="2000" i="1"/>
              <a:t xml:space="preserve">User's</a:t>
            </a:r>
            <a:r>
              <a:rPr lang="en-US" sz="2000" i="1"/>
              <a:t xml:space="preserve"> </a:t>
            </a:r>
            <a:r>
              <a:rPr lang="en-US" sz="2000" i="1"/>
              <a:t xml:space="preserve">Guide</a:t>
            </a:r>
            <a:r>
              <a:rPr lang="en-US" sz="2000"/>
              <a:t xml:space="preserve">.</a:t>
            </a:r>
            <a:r>
              <a:rPr lang="en-US" sz="2000"/>
              <a:t xml:space="preserve"> </a:t>
            </a:r>
            <a:r>
              <a:rPr lang="en-US" sz="2000"/>
              <a:t xml:space="preserve">pandoc.org</a:t>
            </a:r>
            <a:r>
              <a:rPr lang="en-US" sz="2000"/>
              <a:t xml:space="preserve">.</a:t>
            </a:r>
            <a:r>
              <a:rPr lang="en-US" sz="2000"/>
              <a:t xml:space="preserve"> </a:t>
            </a:r>
            <a:r>
              <a:rPr lang="en-US" sz="2000"/>
              <a:t xml:space="preserve">https://pandoc.org/MANUAL.html</a:t>
            </a:r>
          </a:p>
          <a:p>
            <a:pPr marL="342900" indent="-285750" lvl="0">
              <a:buChar char="•"/>
            </a:pPr>
            <a:r>
              <a:rPr lang="en-US" sz="2000"/>
              <a:t xml:space="preserve">Suho</a:t>
            </a:r>
            <a:r>
              <a:rPr lang="en-US" sz="2000"/>
              <a:t xml:space="preserve"> </a:t>
            </a:r>
            <a:r>
              <a:rPr lang="en-US" sz="2000"/>
              <a:t xml:space="preserve">Kwon</a:t>
            </a:r>
            <a:r>
              <a:rPr lang="en-US" sz="2000"/>
              <a:t xml:space="preserve">.</a:t>
            </a:r>
            <a:r>
              <a:rPr lang="en-US" sz="2000"/>
              <a:t xml:space="preserve"> </a:t>
            </a:r>
            <a:r>
              <a:rPr lang="en-US" sz="2000"/>
              <a:t xml:space="preserve">(2026-09-22).</a:t>
            </a:r>
            <a:r>
              <a:rPr lang="en-US" sz="2000"/>
              <a:t xml:space="preserve"> </a:t>
            </a:r>
            <a:r>
              <a:rPr lang="en-US" sz="2000" i="1"/>
              <a:t xml:space="preserve">My</a:t>
            </a:r>
            <a:r>
              <a:rPr lang="en-US" sz="2000" i="1"/>
              <a:t xml:space="preserve"> </a:t>
            </a:r>
            <a:r>
              <a:rPr lang="en-US" sz="2000" i="1"/>
              <a:t xml:space="preserve">Document</a:t>
            </a:r>
            <a:r>
              <a:rPr lang="en-US" sz="2000" i="1"/>
              <a:t xml:space="preserve"> </a:t>
            </a:r>
            <a:r>
              <a:rPr lang="en-US" sz="2000" i="1"/>
              <a:t xml:space="preserve">Converter</a:t>
            </a:r>
            <a:r>
              <a:rPr lang="en-US" sz="2000"/>
              <a:t xml:space="preserve">.</a:t>
            </a:r>
            <a:r>
              <a:rPr lang="en-US" sz="2000"/>
              <a:t xml:space="preserve"> </a:t>
            </a:r>
            <a:r>
              <a:rPr lang="en-US" sz="2000"/>
              <a:t xml:space="preserve">https://example.com/mdcv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Malgun Gothic"/>
        <a:cs typeface=""/>
      </a:majorFont>
      <a:minorFont>
        <a:latin typeface="Calibri"/>
        <a:ea typeface="Malgun Gothic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My Document Converter</Application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terms:created xsi:type="dcterms:W3CDTF">2026-09-22T05:40:05.350Z</dcterms:created>
</cp:coreProperties>
</file>