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285750" lvl="0">
              <a:buChar char="•"/>
            </a:pPr>
            <a:r>
              <a:rPr lang="en-US" sz="2000"/>
              <a:t xml:space="preserve">Suho</a:t>
            </a:r>
            <a:r>
              <a:rPr lang="en-US" sz="2000"/>
              <a:t xml:space="preserve"> </a:t>
            </a:r>
            <a:r>
              <a:rPr lang="en-US" sz="2000"/>
              <a:t xml:space="preserve">Kwon,</a:t>
            </a:r>
            <a:r>
              <a:rPr lang="en-US" sz="2000"/>
              <a:t xml:space="preserve"> </a:t>
            </a:r>
            <a:r>
              <a:rPr lang="en-US" sz="2000"/>
              <a:t xml:space="preserve">Jane</a:t>
            </a:r>
            <a:r>
              <a:rPr lang="en-US" sz="2000"/>
              <a:t xml:space="preserve"> </a:t>
            </a:r>
            <a:r>
              <a:rPr lang="en-US" sz="2000"/>
              <a:t xml:space="preserve">Doe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(2026).</a:t>
            </a:r>
            <a:r>
              <a:rPr lang="en-US" sz="2000"/>
              <a:t xml:space="preserve"> </a:t>
            </a:r>
            <a:r>
              <a:rPr lang="en-US" sz="2000" i="1"/>
              <a:t xml:space="preserve">Converting</a:t>
            </a:r>
            <a:r>
              <a:rPr lang="en-US" sz="2000" i="1"/>
              <a:t xml:space="preserve"> </a:t>
            </a:r>
            <a:r>
              <a:rPr lang="en-US" sz="2000" i="1"/>
              <a:t xml:space="preserve">documents</a:t>
            </a:r>
            <a:r>
              <a:rPr lang="en-US" sz="2000" i="1"/>
              <a:t xml:space="preserve"> </a:t>
            </a:r>
            <a:r>
              <a:rPr lang="en-US" sz="2000" i="1"/>
              <a:t xml:space="preserve">without</a:t>
            </a:r>
            <a:r>
              <a:rPr lang="en-US" sz="2000" i="1"/>
              <a:t xml:space="preserve"> </a:t>
            </a:r>
            <a:r>
              <a:rPr lang="en-US" sz="2000" i="1"/>
              <a:t xml:space="preserve">an</a:t>
            </a:r>
            <a:r>
              <a:rPr lang="en-US" sz="2000" i="1"/>
              <a:t xml:space="preserve"> </a:t>
            </a:r>
            <a:r>
              <a:rPr lang="en-US" sz="2000" i="1"/>
              <a:t xml:space="preserve">external</a:t>
            </a:r>
            <a:r>
              <a:rPr lang="en-US" sz="2000" i="1"/>
              <a:t xml:space="preserve"> </a:t>
            </a:r>
            <a:r>
              <a:rPr lang="en-US" sz="2000" i="1"/>
              <a:t xml:space="preserve">engine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Journal</a:t>
            </a:r>
            <a:r>
              <a:rPr lang="en-US" sz="2000"/>
              <a:t xml:space="preserve"> </a:t>
            </a:r>
            <a:r>
              <a:rPr lang="en-US" sz="2000"/>
              <a:t xml:space="preserve">of</a:t>
            </a:r>
            <a:r>
              <a:rPr lang="en-US" sz="2000"/>
              <a:t xml:space="preserve"> </a:t>
            </a:r>
            <a:r>
              <a:rPr lang="en-US" sz="2000"/>
              <a:t xml:space="preserve">Document</a:t>
            </a:r>
            <a:r>
              <a:rPr lang="en-US" sz="2000"/>
              <a:t xml:space="preserve"> </a:t>
            </a:r>
            <a:r>
              <a:rPr lang="en-US" sz="2000"/>
              <a:t xml:space="preserve">Engineering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12(3), 101-118.</a:t>
            </a:r>
            <a:r>
              <a:rPr lang="en-US" sz="2000"/>
              <a:t xml:space="preserve"> </a:t>
            </a:r>
            <a:r>
              <a:rPr lang="en-US" sz="2000"/>
              <a:t xml:space="preserve">doi:10.1000/jde.2026.12.3.101</a:t>
            </a:r>
          </a:p>
          <a:p>
            <a:pPr marL="342900" indent="-285750" lvl="0">
              <a:buChar char="•"/>
            </a:pPr>
            <a:r>
              <a:rPr lang="en-US" sz="2000"/>
              <a:t xml:space="preserve">John</a:t>
            </a:r>
            <a:r>
              <a:rPr lang="en-US" sz="2000"/>
              <a:t xml:space="preserve"> </a:t>
            </a:r>
            <a:r>
              <a:rPr lang="en-US" sz="2000"/>
              <a:t xml:space="preserve">MacFarlane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(2024).</a:t>
            </a:r>
            <a:r>
              <a:rPr lang="en-US" sz="2000"/>
              <a:t xml:space="preserve"> </a:t>
            </a:r>
            <a:r>
              <a:rPr lang="en-US" sz="2000" i="1"/>
              <a:t xml:space="preserve">Pandoc</a:t>
            </a:r>
            <a:r>
              <a:rPr lang="en-US" sz="2000" i="1"/>
              <a:t xml:space="preserve"> </a:t>
            </a:r>
            <a:r>
              <a:rPr lang="en-US" sz="2000" i="1"/>
              <a:t xml:space="preserve">User's</a:t>
            </a:r>
            <a:r>
              <a:rPr lang="en-US" sz="2000" i="1"/>
              <a:t xml:space="preserve"> </a:t>
            </a:r>
            <a:r>
              <a:rPr lang="en-US" sz="2000" i="1"/>
              <a:t xml:space="preserve">Guide</a:t>
            </a:r>
            <a:r>
              <a:rPr lang="en-US" sz="2000"/>
              <a:t xml:space="preserve">.</a:t>
            </a:r>
            <a:r>
              <a:rPr lang="en-US" sz="2000"/>
              <a:t xml:space="preserve"> </a:t>
            </a:r>
            <a:r>
              <a:rPr lang="en-US" sz="2000"/>
              <a:t xml:space="preserve">pandoc.org</a:t>
            </a:r>
            <a:r>
              <a:rPr lang="en-US" sz="2000"/>
              <a:t xml:space="preserve"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terms:created xsi:type="dcterms:W3CDTF">2026-09-22T05:40:05.455Z</dcterms:created>
</cp:coreProperties>
</file>