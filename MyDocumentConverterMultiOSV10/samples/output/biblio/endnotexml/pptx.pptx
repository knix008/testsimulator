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9144000" cy="6858000" type="screen4x3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defRPr sz="3200" b="1">
          <a:latin typeface="+mj-lt"/>
        </a:defRPr>
      </a:lvl1pPr>
    </p:titleStyle>
    <p:bodyStyle>
      <a:lvl1pPr marL="342900" indent="-342900">
        <a:buChar char="•"/>
        <a:defRPr sz="2000"/>
      </a:lvl1pPr>
      <a:lvl2pPr marL="742950" indent="-285750">
        <a:buChar char="–"/>
        <a:defRPr sz="1800"/>
      </a:lvl2pPr>
      <a:lvl3pPr marL="1143000" indent="-228600">
        <a:buChar char="•"/>
        <a:defRPr sz="1600"/>
      </a:lvl3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 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285750" lvl="0">
              <a:buChar char="•"/>
            </a:pPr>
            <a:r>
              <a:rPr lang="en-US" sz="2000"/>
              <a:t xml:space="preserve">Suho</a:t>
            </a:r>
            <a:r>
              <a:rPr lang="en-US" sz="2000"/>
              <a:t xml:space="preserve"> </a:t>
            </a:r>
            <a:r>
              <a:rPr lang="en-US" sz="2000"/>
              <a:t xml:space="preserve">Kwon,</a:t>
            </a:r>
            <a:r>
              <a:rPr lang="en-US" sz="2000"/>
              <a:t xml:space="preserve"> </a:t>
            </a:r>
            <a:r>
              <a:rPr lang="en-US" sz="2000"/>
              <a:t xml:space="preserve">Jane</a:t>
            </a:r>
            <a:r>
              <a:rPr lang="en-US" sz="2000"/>
              <a:t xml:space="preserve"> </a:t>
            </a:r>
            <a:r>
              <a:rPr lang="en-US" sz="2000"/>
              <a:t xml:space="preserve">Doe</a:t>
            </a:r>
            <a:r>
              <a:rPr lang="en-US" sz="2000"/>
              <a:t xml:space="preserve">.</a:t>
            </a:r>
            <a:r>
              <a:rPr lang="en-US" sz="2000"/>
              <a:t xml:space="preserve"> </a:t>
            </a:r>
            <a:r>
              <a:rPr lang="en-US" sz="2000"/>
              <a:t xml:space="preserve">(2026).</a:t>
            </a:r>
            <a:r>
              <a:rPr lang="en-US" sz="2000"/>
              <a:t xml:space="preserve"> </a:t>
            </a:r>
            <a:r>
              <a:rPr lang="en-US" sz="2000" i="1"/>
              <a:t xml:space="preserve">Converting</a:t>
            </a:r>
            <a:r>
              <a:rPr lang="en-US" sz="2000" i="1"/>
              <a:t xml:space="preserve"> </a:t>
            </a:r>
            <a:r>
              <a:rPr lang="en-US" sz="2000" i="1"/>
              <a:t xml:space="preserve">documents</a:t>
            </a:r>
            <a:r>
              <a:rPr lang="en-US" sz="2000" i="1"/>
              <a:t xml:space="preserve"> </a:t>
            </a:r>
            <a:r>
              <a:rPr lang="en-US" sz="2000" i="1"/>
              <a:t xml:space="preserve">without</a:t>
            </a:r>
            <a:r>
              <a:rPr lang="en-US" sz="2000" i="1"/>
              <a:t xml:space="preserve"> </a:t>
            </a:r>
            <a:r>
              <a:rPr lang="en-US" sz="2000" i="1"/>
              <a:t xml:space="preserve">an</a:t>
            </a:r>
            <a:r>
              <a:rPr lang="en-US" sz="2000" i="1"/>
              <a:t xml:space="preserve"> </a:t>
            </a:r>
            <a:r>
              <a:rPr lang="en-US" sz="2000" i="1"/>
              <a:t xml:space="preserve">external</a:t>
            </a:r>
            <a:r>
              <a:rPr lang="en-US" sz="2000" i="1"/>
              <a:t xml:space="preserve"> </a:t>
            </a:r>
            <a:r>
              <a:rPr lang="en-US" sz="2000" i="1"/>
              <a:t xml:space="preserve">engine</a:t>
            </a:r>
            <a:r>
              <a:rPr lang="en-US" sz="2000"/>
              <a:t xml:space="preserve">.</a:t>
            </a:r>
            <a:r>
              <a:rPr lang="en-US" sz="2000"/>
              <a:t xml:space="preserve"> </a:t>
            </a:r>
            <a:r>
              <a:rPr lang="en-US" sz="2000"/>
              <a:t xml:space="preserve">Journal</a:t>
            </a:r>
            <a:r>
              <a:rPr lang="en-US" sz="2000"/>
              <a:t xml:space="preserve"> </a:t>
            </a:r>
            <a:r>
              <a:rPr lang="en-US" sz="2000"/>
              <a:t xml:space="preserve">of</a:t>
            </a:r>
            <a:r>
              <a:rPr lang="en-US" sz="2000"/>
              <a:t xml:space="preserve"> </a:t>
            </a:r>
            <a:r>
              <a:rPr lang="en-US" sz="2000"/>
              <a:t xml:space="preserve">Document</a:t>
            </a:r>
            <a:r>
              <a:rPr lang="en-US" sz="2000"/>
              <a:t xml:space="preserve"> </a:t>
            </a:r>
            <a:r>
              <a:rPr lang="en-US" sz="2000"/>
              <a:t xml:space="preserve">Engineering</a:t>
            </a:r>
            <a:r>
              <a:rPr lang="en-US" sz="2000"/>
              <a:t xml:space="preserve">.</a:t>
            </a:r>
            <a:r>
              <a:rPr lang="en-US" sz="2000"/>
              <a:t xml:space="preserve"> </a:t>
            </a:r>
            <a:r>
              <a:rPr lang="en-US" sz="2000"/>
              <a:t xml:space="preserve">12(3), 101-118.</a:t>
            </a:r>
            <a:r>
              <a:rPr lang="en-US" sz="2000"/>
              <a:t xml:space="preserve"> </a:t>
            </a:r>
            <a:r>
              <a:rPr lang="en-US" sz="2000"/>
              <a:t xml:space="preserve">doi:10.1000/jde.2026.12.3.101</a:t>
            </a:r>
          </a:p>
          <a:p>
            <a:pPr marL="342900" indent="-285750" lvl="0">
              <a:buChar char="•"/>
            </a:pPr>
            <a:r>
              <a:rPr lang="en-US" sz="2000"/>
              <a:t xml:space="preserve">John</a:t>
            </a:r>
            <a:r>
              <a:rPr lang="en-US" sz="2000"/>
              <a:t xml:space="preserve"> </a:t>
            </a:r>
            <a:r>
              <a:rPr lang="en-US" sz="2000"/>
              <a:t xml:space="preserve">MacFarlane</a:t>
            </a:r>
            <a:r>
              <a:rPr lang="en-US" sz="2000"/>
              <a:t xml:space="preserve">.</a:t>
            </a:r>
            <a:r>
              <a:rPr lang="en-US" sz="2000"/>
              <a:t xml:space="preserve"> </a:t>
            </a:r>
            <a:r>
              <a:rPr lang="en-US" sz="2000"/>
              <a:t xml:space="preserve">(2024).</a:t>
            </a:r>
            <a:r>
              <a:rPr lang="en-US" sz="2000"/>
              <a:t xml:space="preserve"> </a:t>
            </a:r>
            <a:r>
              <a:rPr lang="en-US" sz="2000" i="1"/>
              <a:t xml:space="preserve">Pandoc</a:t>
            </a:r>
            <a:r>
              <a:rPr lang="en-US" sz="2000" i="1"/>
              <a:t xml:space="preserve"> </a:t>
            </a:r>
            <a:r>
              <a:rPr lang="en-US" sz="2000" i="1"/>
              <a:t xml:space="preserve">User's</a:t>
            </a:r>
            <a:r>
              <a:rPr lang="en-US" sz="2000" i="1"/>
              <a:t xml:space="preserve"> </a:t>
            </a:r>
            <a:r>
              <a:rPr lang="en-US" sz="2000" i="1"/>
              <a:t xml:space="preserve">Guide</a:t>
            </a:r>
            <a:r>
              <a:rPr lang="en-US" sz="2000"/>
              <a:t xml:space="preserve">.</a:t>
            </a:r>
            <a:r>
              <a:rPr lang="en-US" sz="2000"/>
              <a:t xml:space="preserve"> </a:t>
            </a:r>
            <a:r>
              <a:rPr lang="en-US" sz="2000"/>
              <a:t xml:space="preserve">pandoc.org</a:t>
            </a:r>
            <a:r>
              <a:rPr lang="en-US" sz="2000"/>
              <a:t xml:space="preserve"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Malgun Gothic"/>
        <a:cs typeface=""/>
      </a:majorFont>
      <a:minorFont>
        <a:latin typeface="Calibri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My Document Converter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terms:created xsi:type="dcterms:W3CDTF">2026-09-22T05:17:32.000Z</dcterms:created>
</cp:coreProperties>
</file>