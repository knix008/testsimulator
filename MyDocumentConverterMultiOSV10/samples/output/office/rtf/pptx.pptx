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\u-16168?\u-10996? \u-17608?\u-16100?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My Document Converter 샘플 문서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SHKWON</a:t>
            </a:r>
          </a:p>
          <a:p>
            <a:pPr marL="0" indent="0" lvl="0">
              <a:buNone/>
            </a:pPr>
            <a:r>
              <a:rPr lang="en-US" sz="2000"/>
              <a:t xml:space="preserve">2026-09-22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 u="sng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0" indent="0" lvl="0">
              <a:buNone/>
            </a:pPr>
            <a:r>
              <a:rPr lang="en-US" sz="1400"/>
              <a:t xml:space="preserve">☒	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/>
              <a:t xml:space="preserve">☐	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0" indent="0" lvl="0">
              <a:buNone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0" indent="0" lvl="0">
              <a:buNone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400" i="1"/>
              <a:t xml:space="preserve">지원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형식의</a:t>
            </a:r>
            <a:r>
              <a:rPr lang="en-US" sz="1400" i="1"/>
              <a:t xml:space="preserve"> </a:t>
            </a:r>
            <a:r>
              <a:rPr lang="en-US" sz="1400" i="1"/>
              <a:t xml:space="preserve">일부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/>
              <a:t xml:space="preserve">E</a:t>
            </a:r>
            <a:r>
              <a:rPr lang="en-US" sz="1400"/>
              <a:t xml:space="preserve"> </a:t>
            </a:r>
            <a:r>
              <a:rPr lang="en-US" sz="1400"/>
              <a:t xml:space="preserve">=</a:t>
            </a:r>
            <a:r>
              <a:rPr lang="en-US" sz="1400"/>
              <a:t xml:space="preserve"> </a:t>
            </a:r>
            <a:r>
              <a:rPr lang="en-US" sz="1400"/>
              <a:t xml:space="preserve">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/>
              <a:t xml:space="preserve">\int_0^1</a:t>
            </a:r>
            <a:r>
              <a:rPr lang="en-US" sz="1400"/>
              <a:t xml:space="preserve"> </a:t>
            </a:r>
            <a:r>
              <a:rPr lang="en-US" sz="1400"/>
              <a:t xml:space="preserve">x^2\,dx</a:t>
            </a:r>
            <a:r>
              <a:rPr lang="en-US" sz="1400"/>
              <a:t xml:space="preserve"> </a:t>
            </a:r>
            <a:r>
              <a:rPr lang="en-US" sz="1400"/>
              <a:t xml:space="preserve">=</a:t>
            </a:r>
            <a:r>
              <a:rPr lang="en-US" sz="1400"/>
              <a:t xml:space="preserve"> </a:t>
            </a:r>
            <a:r>
              <a:rPr lang="en-US" sz="1400"/>
              <a:t xml:space="preserve">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</a:t>
            </a:r>
            <a:r>
              <a:rPr lang="en-US" sz="1400"/>
              <a:t xml:space="preserve">각주의</a:t>
            </a:r>
            <a:r>
              <a:rPr lang="en-US" sz="1400"/>
              <a:t xml:space="preserve"> </a:t>
            </a:r>
            <a:r>
              <a:rPr lang="en-US" sz="1400"/>
              <a:t xml:space="preserve">내용입니다.</a:t>
            </a:r>
          </a:p>
          <a:p>
            <a:pPr marL="0" indent="0" lvl="0">
              <a:buNone/>
            </a:pP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 u="sng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 u="sng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/>
              <a:t xml:space="preserve">[프로그램</a:t>
            </a:r>
            <a:r>
              <a:rPr lang="en-US" sz="1400"/>
              <a:t xml:space="preserve"> </a:t>
            </a:r>
            <a:r>
              <a:rPr lang="en-US" sz="1400"/>
              <a:t xml:space="preserve">아이콘]</a:t>
            </a:r>
          </a:p>
          <a:p>
            <a:pPr marL="0" indent="0" lvl="0">
              <a:buNone/>
            </a:pPr>
            <a:r>
              <a:rPr lang="en-US" sz="1400"/>
              <a:t xml:space="preserve">마지막</a:t>
            </a:r>
            <a:r>
              <a:rPr lang="en-US" sz="1400"/>
              <a:t xml:space="preserve"> </a:t>
            </a:r>
            <a:r>
              <a:rPr lang="en-US" sz="1400"/>
              <a:t xml:space="preserve">문단입니다.</a:t>
            </a:r>
            <a:r>
              <a:rPr lang="en-US" sz="1400"/>
              <a:t xml:space="preserve"> </a:t>
            </a:r>
            <a:r>
              <a:rPr lang="en-US" sz="1400"/>
              <a:t xml:space="preserve">줄</a:t>
            </a:r>
            <a:r>
              <a:rPr lang="en-US" sz="1400"/>
              <a:t xml:space="preserve"> </a:t>
            </a:r>
            <a:r>
              <a:rPr lang="en-US" sz="1400"/>
              <a:t xml:space="preserve">끝에</a:t>
            </a:r>
            <a:r>
              <a:rPr lang="en-US" sz="1400"/>
              <a:t xml:space="preserve"> </a:t>
            </a: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칸을</a:t>
            </a:r>
            <a:r>
              <a:rPr lang="en-US" sz="1400"/>
              <a:t xml:space="preserve"> </a:t>
            </a:r>
            <a:r>
              <a:rPr lang="en-US" sz="1400"/>
              <a:t xml:space="preserve">두면</a:t>
            </a:r>
            <a:br/>
            <a:r>
              <a:rPr lang="en-US" sz="1400"/>
              <a:t xml:space="preserve">강제</a:t>
            </a:r>
            <a:r>
              <a:rPr lang="en-US" sz="1400"/>
              <a:t xml:space="preserve"> </a:t>
            </a:r>
            <a:r>
              <a:rPr lang="en-US" sz="1400"/>
              <a:t xml:space="preserve">줄바꿈이</a:t>
            </a:r>
            <a:r>
              <a:rPr lang="en-US" sz="1400"/>
              <a:t xml:space="preserve"> </a:t>
            </a:r>
            <a:r>
              <a:rPr lang="en-US" sz="1400"/>
              <a:t xml:space="preserve">됩니다.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\u-16168?\u-10996? \u-17608?\u-16100?</dc:title>
  <dc:creator>SHKWON</dc:creator>
  <dcterms:created xsi:type="dcterms:W3CDTF">2026-09-22T05:17:31.666Z</dcterms:created>
</cp:coreProperties>
</file>