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My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Converter</a:t>
            </a:r>
            <a:r>
              <a:rPr lang="en-US" sz="2000"/>
              <a:t xml:space="preserve"> </a:t>
            </a:r>
            <a:r>
              <a:rPr lang="en-US" sz="2000"/>
              <a:t xml:space="preserve">샘플</a:t>
            </a:r>
            <a:r>
              <a:rPr lang="en-US" sz="2000"/>
              <a:t xml:space="preserve"> </a:t>
            </a:r>
            <a:r>
              <a:rPr lang="en-US" sz="2000"/>
              <a:t xml:space="preserve">문서</a:t>
            </a:r>
          </a:p>
          <a:p>
            <a:pPr marL="0" indent="0" lvl="0">
              <a:buNone/>
            </a:pPr>
            <a:r>
              <a:rPr lang="en-US" sz="2000"/>
              <a:t xml:space="preserve">SHKWON</a:t>
            </a:r>
          </a:p>
          <a:p>
            <a:pPr marL="0" indent="0" lvl="0">
              <a:buNone/>
            </a:pP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/>
              <a:t xml:space="preserve">지원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일부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0" indent="0" lvl="0">
              <a:buNone/>
            </a:pPr>
            <a:r>
              <a:rPr lang="en-US" sz="1400"/>
              <a:t xml:space="preserve">좋은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/>
              <a:t xml:space="preserve">어떤</a:t>
            </a:r>
            <a:r>
              <a:rPr lang="en-US" sz="1400"/>
              <a:t xml:space="preserve"> </a:t>
            </a:r>
            <a:r>
              <a:rPr lang="en-US" sz="1400"/>
              <a:t xml:space="preserve">형식으로도</a:t>
            </a:r>
            <a:r>
              <a:rPr lang="en-US" sz="1400"/>
              <a:t xml:space="preserve"> </a:t>
            </a:r>
            <a:r>
              <a:rPr lang="en-US" sz="1400"/>
              <a:t xml:space="preserve">읽힙니다.</a:t>
            </a:r>
            <a:r>
              <a:rPr lang="en-US" sz="1400"/>
              <a:t xml:space="preserve"> </a:t>
            </a:r>
            <a:r>
              <a:rPr lang="en-US" sz="1400"/>
              <a:t xml:space="preserve">—</a:t>
            </a:r>
            <a:r>
              <a:rPr lang="en-US" sz="1400"/>
              <a:t xml:space="preserve"> </a:t>
            </a:r>
            <a:r>
              <a:rPr lang="en-US" sz="1400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</a:t>
            </a:r>
            <a:r>
              <a:rPr lang="en-US" sz="1400" i="1"/>
              <a:t xml:space="preserve"> </a:t>
            </a:r>
            <a:r>
              <a:rPr lang="en-US" sz="1400" i="1"/>
              <a:t xml:space="preserve">=</a:t>
            </a:r>
            <a:r>
              <a:rPr lang="en-US" sz="1400" i="1"/>
              <a:t xml:space="preserve"> </a:t>
            </a:r>
            <a:r>
              <a:rPr lang="en-US" sz="1400" i="1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</a:t>
            </a:r>
            <a:r>
              <a:rPr lang="en-US" sz="1400" i="1"/>
              <a:t xml:space="preserve"> </a:t>
            </a:r>
            <a:r>
              <a:rPr lang="en-US" sz="1400" i="1"/>
              <a:t xml:space="preserve">x^2\,dx</a:t>
            </a:r>
            <a:r>
              <a:rPr lang="en-US" sz="1400" i="1"/>
              <a:t xml:space="preserve"> </a:t>
            </a:r>
            <a:r>
              <a:rPr lang="en-US" sz="1400" i="1"/>
              <a:t xml:space="preserve">=</a:t>
            </a:r>
            <a:r>
              <a:rPr lang="en-US" sz="1400" i="1"/>
              <a:t xml:space="preserve"> </a:t>
            </a:r>
            <a:r>
              <a:rPr lang="en-US" sz="1400" i="1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</a:t>
            </a:r>
            <a:r>
              <a:rPr lang="en-US" sz="1400" i="1"/>
              <a:t xml:space="preserve"> </a:t>
            </a:r>
            <a:r>
              <a:rPr lang="en-US" sz="1400" i="1"/>
              <a:t xml:space="preserve">아이콘:</a:t>
            </a:r>
            <a:r>
              <a:rPr lang="en-US" sz="1400" i="1"/>
              <a:t xml:space="preserve"> </a:t>
            </a:r>
            <a:r>
              <a:rPr lang="en-US" sz="1400" i="1"/>
              <a:t xml:space="preserve">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br/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2026-09-22T05:40:04.953Z</dcterms:created>
</cp:coreProperties>
</file>