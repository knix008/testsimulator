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https://example.com</a:t>
            </a:r>
            <a:r>
              <a:rPr lang="en-US" sz="1400"/>
              <a:t xml:space="preserve">링크를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[image: 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2026-09-22T05:17:31.811Z</dcterms:created>
</cp:coreProperties>
</file>