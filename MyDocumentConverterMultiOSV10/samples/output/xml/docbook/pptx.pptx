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/>
              <a:t>My Document Converter 샘플 문서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400"/>
              <a:t>SHKWON · 2026-09-22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 b="1"/>
              <a:t xml:space="preserve">My</a:t>
            </a:r>
            <a:r>
              <a:rPr lang="en-US" sz="1400" b="1"/>
              <a:t xml:space="preserve"> </a:t>
            </a:r>
            <a:r>
              <a:rPr lang="en-US" sz="1400" b="1"/>
              <a:t xml:space="preserve">Document</a:t>
            </a:r>
            <a:r>
              <a:rPr lang="en-US" sz="1400" b="1"/>
              <a:t xml:space="preserve"> </a:t>
            </a:r>
            <a:r>
              <a:rPr lang="en-US" sz="1400" b="1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</a:t>
            </a:r>
            <a:r>
              <a:rPr lang="en-US" sz="1400"/>
              <a:t xml:space="preserve"> </a:t>
            </a:r>
            <a:r>
              <a:rPr lang="en-US" sz="1400"/>
              <a:t xml:space="preserve">원본입니다.</a:t>
            </a:r>
            <a:r>
              <a:rPr lang="en-US" sz="1400"/>
              <a:t xml:space="preserve"> </a:t>
            </a:r>
            <a:r>
              <a:rPr lang="en-US" sz="1400" i="1"/>
              <a:t xml:space="preserve">강조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strike="sngStrike"/>
              <a:t xml:space="preserve">취소선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인라인 코드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H</a:t>
            </a:r>
            <a:r>
              <a:rPr lang="en-US" sz="1400" baseline="-25000"/>
              <a:t xml:space="preserve">2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</a:t>
            </a:r>
            <a:r>
              <a:rPr lang="en-US" sz="1400" baseline="30000"/>
              <a:t xml:space="preserve">2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/>
              <a:t xml:space="preserve">https://example.com</a:t>
            </a:r>
            <a:r>
              <a:rPr lang="en-US" sz="1400"/>
              <a:t xml:space="preserve">링크를</a:t>
            </a:r>
            <a:r>
              <a:rPr lang="en-US" sz="1400"/>
              <a:t xml:space="preserve"> </a:t>
            </a:r>
            <a:r>
              <a:rPr lang="en-US" sz="1400"/>
              <a:t xml:space="preserve">담고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</a:t>
            </a:r>
            <a:r>
              <a:rPr lang="en-US" sz="1400"/>
              <a:t xml:space="preserve"> </a:t>
            </a:r>
            <a:r>
              <a:rPr lang="en-US" sz="1400"/>
              <a:t xml:space="preserve">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또</a:t>
            </a:r>
            <a:r>
              <a:rPr lang="en-US" sz="1400"/>
              <a:t xml:space="preserve"> </a:t>
            </a:r>
            <a:r>
              <a:rPr lang="en-US" sz="1400"/>
              <a:t xml:space="preserve">하나의</a:t>
            </a:r>
            <a:r>
              <a:rPr lang="en-US" sz="1400"/>
              <a:t xml:space="preserve"> </a:t>
            </a:r>
            <a:r>
              <a:rPr lang="en-US" sz="1400"/>
              <a:t xml:space="preserve">중첩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 b="1"/>
              <a:t xml:space="preserve">용어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용어에</a:t>
            </a:r>
            <a:r>
              <a:rPr lang="en-US" sz="1400"/>
              <a:t xml:space="preserve"> </a:t>
            </a:r>
            <a:r>
              <a:rPr lang="en-US" sz="1400"/>
              <a:t xml:space="preserve">대한</a:t>
            </a:r>
            <a:r>
              <a:rPr lang="en-US" sz="1400"/>
              <a:t xml:space="preserve"> </a:t>
            </a:r>
            <a:r>
              <a:rPr lang="en-US" sz="1400"/>
              <a:t xml:space="preserve">정의입니다.</a:t>
            </a:r>
          </a:p>
          <a:p>
            <a:pPr marL="0" indent="0" lvl="0">
              <a:buNone/>
            </a:pPr>
            <a:r>
              <a:rPr lang="en-US" sz="1400" b="1"/>
              <a:t xml:space="preserve">Pandoc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범용</a:t>
            </a:r>
            <a:r>
              <a:rPr lang="en-US" sz="1400"/>
              <a:t xml:space="preserve"> </a:t>
            </a:r>
            <a:r>
              <a:rPr lang="en-US" sz="1400"/>
              <a:t xml:space="preserve">문서</a:t>
            </a:r>
            <a:r>
              <a:rPr lang="en-US" sz="1400"/>
              <a:t xml:space="preserve"> </a:t>
            </a:r>
            <a:r>
              <a:rPr lang="en-US" sz="1400"/>
              <a:t xml:space="preserve">변환기.</a:t>
            </a:r>
            <a:r>
              <a:rPr lang="en-US" sz="1400"/>
              <a:t xml:space="preserve"> </a:t>
            </a: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프로그램은</a:t>
            </a:r>
            <a:r>
              <a:rPr lang="en-US" sz="1400"/>
              <a:t xml:space="preserve"> </a:t>
            </a:r>
            <a:r>
              <a:rPr lang="en-US" sz="1400"/>
              <a:t xml:space="preserve">같은</a:t>
            </a:r>
            <a:r>
              <a:rPr lang="en-US" sz="1400"/>
              <a:t xml:space="preserve"> </a:t>
            </a:r>
            <a:r>
              <a:rPr lang="en-US" sz="1400"/>
              <a:t xml:space="preserve">형식</a:t>
            </a:r>
            <a:r>
              <a:rPr lang="en-US" sz="1400"/>
              <a:t xml:space="preserve"> </a:t>
            </a:r>
            <a:r>
              <a:rPr lang="en-US" sz="1400"/>
              <a:t xml:space="preserve">집합을</a:t>
            </a:r>
            <a:r>
              <a:rPr lang="en-US" sz="1400"/>
              <a:t xml:space="preserve"> </a:t>
            </a:r>
            <a:r>
              <a:rPr lang="en-US" sz="1400"/>
              <a:t xml:space="preserve">자체</a:t>
            </a:r>
            <a:r>
              <a:rPr lang="en-US" sz="1400"/>
              <a:t xml:space="preserve"> </a:t>
            </a:r>
            <a:r>
              <a:rPr lang="en-US" sz="1400"/>
              <a:t xml:space="preserve">엔진으로</a:t>
            </a:r>
            <a:r>
              <a:rPr lang="en-US" sz="1400"/>
              <a:t xml:space="preserve"> </a:t>
            </a:r>
            <a:r>
              <a:rPr lang="en-US" sz="1400"/>
              <a:t xml:space="preserve">다룹니다.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  <a:p>
            <a:pPr marL="0" indent="0" lvl="0">
              <a:buNone/>
            </a:pPr>
            <a:r>
              <a:rPr lang="en-US" sz="1800" b="1"/>
              <a:t xml:space="preserve">인용과</a:t>
            </a:r>
            <a:r>
              <a:rPr lang="en-US" sz="1800" b="1"/>
              <a:t xml:space="preserve"> </a:t>
            </a:r>
            <a:r>
              <a:rPr lang="en-US" sz="1800" b="1"/>
              <a:t xml:space="preserve">수식</a:t>
            </a:r>
            <a:r>
              <a:rPr lang="en-US" sz="1800" b="1"/>
              <a:t xml:space="preserve"> </a:t>
            </a:r>
            <a:r>
              <a:rPr lang="en-US" sz="1800" b="1"/>
              <a:t xml:space="preserve">(Quote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math)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좋은</a:t>
            </a:r>
            <a:r>
              <a:rPr lang="en-US" sz="1400" i="1"/>
              <a:t xml:space="preserve"> </a:t>
            </a:r>
            <a:r>
              <a:rPr lang="en-US" sz="1400" i="1"/>
              <a:t xml:space="preserve">문서는</a:t>
            </a:r>
            <a:r>
              <a:rPr lang="en-US" sz="1400" i="1"/>
              <a:t xml:space="preserve"> </a:t>
            </a:r>
            <a:r>
              <a:rPr lang="en-US" sz="1400" i="1"/>
              <a:t xml:space="preserve">어떤</a:t>
            </a:r>
            <a:r>
              <a:rPr lang="en-US" sz="1400" i="1"/>
              <a:t xml:space="preserve"> </a:t>
            </a:r>
            <a:r>
              <a:rPr lang="en-US" sz="1400" i="1"/>
              <a:t xml:space="preserve">형식으로도</a:t>
            </a:r>
            <a:r>
              <a:rPr lang="en-US" sz="1400" i="1"/>
              <a:t xml:space="preserve"> </a:t>
            </a:r>
            <a:r>
              <a:rPr lang="en-US" sz="1400" i="1"/>
              <a:t xml:space="preserve">읽힙니다.</a:t>
            </a:r>
            <a:r>
              <a:rPr lang="en-US" sz="1400" i="1"/>
              <a:t xml:space="preserve"> </a:t>
            </a:r>
            <a:r>
              <a:rPr lang="en-US" sz="1400" i="1"/>
              <a:t xml:space="preserve">—</a:t>
            </a:r>
            <a:r>
              <a:rPr lang="en-US" sz="1400" i="1"/>
              <a:t xml:space="preserve"> </a:t>
            </a:r>
            <a:r>
              <a:rPr lang="en-US" sz="1400" i="1"/>
              <a:t xml:space="preserve">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 i="1"/>
              <a:t xml:space="preserve">E = mc^2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400"/>
              <a:t xml:space="preserve">\int_0^1</a:t>
            </a:r>
            <a:r>
              <a:rPr lang="en-US" sz="1400"/>
              <a:t xml:space="preserve"> </a:t>
            </a:r>
            <a:r>
              <a:rPr lang="en-US" sz="1400"/>
              <a:t xml:space="preserve">x^2\,dx</a:t>
            </a:r>
            <a:r>
              <a:rPr lang="en-US" sz="1400"/>
              <a:t xml:space="preserve"> </a:t>
            </a:r>
            <a:r>
              <a:rPr lang="en-US" sz="1400"/>
              <a:t xml:space="preserve">=</a:t>
            </a:r>
            <a:r>
              <a:rPr lang="en-US" sz="1400"/>
              <a:t xml:space="preserve"> </a:t>
            </a:r>
            <a:r>
              <a:rPr lang="en-US" sz="1400"/>
              <a:t xml:space="preserve">\frac{1}{3}</a:t>
            </a:r>
          </a:p>
          <a:p>
            <a:pPr marL="0" indent="0" lvl="0">
              <a:buNone/>
            </a:pPr>
            <a:r>
              <a:rPr lang="en-US" sz="1800" b="1"/>
              <a:t xml:space="preserve">각주와</a:t>
            </a:r>
            <a:r>
              <a:rPr lang="en-US" sz="1800" b="1"/>
              <a:t xml:space="preserve"> </a:t>
            </a:r>
            <a:r>
              <a:rPr lang="en-US" sz="1800" b="1"/>
              <a:t xml:space="preserve">그림</a:t>
            </a:r>
            <a:r>
              <a:rPr lang="en-US" sz="1800" b="1"/>
              <a:t xml:space="preserve"> </a:t>
            </a:r>
            <a:r>
              <a:rPr lang="en-US" sz="1800" b="1"/>
              <a:t xml:space="preserve">(Footnote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figure)</a:t>
            </a:r>
          </a:p>
          <a:p>
            <a:pPr marL="0" indent="0" lvl="0">
              <a:buNone/>
            </a:pPr>
            <a:r>
              <a:rPr lang="en-US" sz="1400"/>
              <a:t xml:space="preserve">각주가</a:t>
            </a:r>
            <a:r>
              <a:rPr lang="en-US" sz="1400"/>
              <a:t xml:space="preserve"> </a:t>
            </a:r>
            <a:r>
              <a:rPr lang="en-US" sz="1400"/>
              <a:t xml:space="preserve">붙은</a:t>
            </a:r>
            <a:r>
              <a:rPr lang="en-US" sz="1400"/>
              <a:t xml:space="preserve"> </a:t>
            </a:r>
            <a:r>
              <a:rPr lang="en-US" sz="1400"/>
              <a:t xml:space="preserve">문장입니다.</a:t>
            </a:r>
            <a:r>
              <a:rPr lang="en-US" sz="1400"/>
              <a:t xml:space="preserve"> (각주의 내용입니다.)</a:t>
            </a:r>
            <a:r>
              <a:rPr lang="en-US" sz="1400"/>
              <a:t xml:space="preserve"> </a:t>
            </a:r>
            <a:r>
              <a:rPr lang="en-US" sz="1400"/>
              <a:t xml:space="preserve">자동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https://pandoc.org</a:t>
            </a:r>
            <a:r>
              <a:rPr lang="en-US" sz="1400"/>
              <a:t xml:space="preserve">https://pandoc.org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mailto:knix008@naver.com</a:t>
            </a:r>
            <a:r>
              <a:rPr lang="en-US" sz="1400"/>
              <a:t xml:space="preserve">mailto:knix008@naver.com</a:t>
            </a:r>
            <a:r>
              <a:rPr lang="en-US" sz="1400"/>
              <a:t xml:space="preserve"> </a:t>
            </a:r>
            <a:r>
              <a:rPr lang="en-US" sz="1400"/>
              <a:t xml:space="preserve">도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</a:p>
          <a:p>
            <a:pPr marL="0" indent="0" lvl="0">
              <a:buNone/>
            </a:pPr>
            <a:r>
              <a:rPr lang="en-US" sz="1400" i="1"/>
              <a:t xml:space="preserve">[image: ../public/app-icon.svg]</a:t>
            </a:r>
          </a:p>
          <a:p>
            <a:pPr marL="0" indent="0" lvl="0">
              <a:buNone/>
            </a:pPr>
            <a:r>
              <a:rPr lang="en-US" sz="1400"/>
              <a:t xml:space="preserve">마지막</a:t>
            </a:r>
            <a:r>
              <a:rPr lang="en-US" sz="1400"/>
              <a:t xml:space="preserve"> </a:t>
            </a:r>
            <a:r>
              <a:rPr lang="en-US" sz="1400"/>
              <a:t xml:space="preserve">문단입니다.</a:t>
            </a:r>
            <a:r>
              <a:rPr lang="en-US" sz="1400"/>
              <a:t xml:space="preserve"> </a:t>
            </a:r>
            <a:r>
              <a:rPr lang="en-US" sz="1400"/>
              <a:t xml:space="preserve">줄</a:t>
            </a:r>
            <a:r>
              <a:rPr lang="en-US" sz="1400"/>
              <a:t xml:space="preserve"> </a:t>
            </a:r>
            <a:r>
              <a:rPr lang="en-US" sz="1400"/>
              <a:t xml:space="preserve">끝에</a:t>
            </a:r>
            <a:r>
              <a:rPr lang="en-US" sz="1400"/>
              <a:t xml:space="preserve"> </a:t>
            </a: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칸을</a:t>
            </a:r>
            <a:r>
              <a:rPr lang="en-US" sz="1400"/>
              <a:t xml:space="preserve"> </a:t>
            </a:r>
            <a:r>
              <a:rPr lang="en-US" sz="1400"/>
              <a:t xml:space="preserve">두면강제</a:t>
            </a:r>
            <a:r>
              <a:rPr lang="en-US" sz="1400"/>
              <a:t xml:space="preserve"> </a:t>
            </a:r>
            <a:r>
              <a:rPr lang="en-US" sz="1400"/>
              <a:t xml:space="preserve">줄바꿈이</a:t>
            </a:r>
            <a:r>
              <a:rPr lang="en-US" sz="1400"/>
              <a:t xml:space="preserve"> </a:t>
            </a:r>
            <a:r>
              <a:rPr lang="en-US" sz="1400"/>
              <a:t xml:space="preserve">됩니다.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Document Converter 샘플 문서</dc:title>
  <dc:creator>SHKWON</dc:creator>
  <dcterms:created xsi:type="dcterms:W3CDTF">2026-09-22T05:40:05.220Z</dcterms:created>
</cp:coreProperties>
</file>