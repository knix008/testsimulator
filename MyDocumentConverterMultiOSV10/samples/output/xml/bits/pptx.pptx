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/>
              <a:t>My Document Converter 샘플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400"/>
              <a:t>SHKWON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BITS</a:t>
            </a:r>
            <a:r>
              <a:rPr lang="en-US" sz="1400"/>
              <a:t xml:space="preserve"> </a:t>
            </a:r>
            <a:r>
              <a:rPr lang="en-US" sz="1400"/>
              <a:t xml:space="preserve">는</a:t>
            </a:r>
            <a:r>
              <a:rPr lang="en-US" sz="1400"/>
              <a:t xml:space="preserve"> </a:t>
            </a:r>
            <a:r>
              <a:rPr lang="en-US" sz="1400"/>
              <a:t xml:space="preserve">JATS</a:t>
            </a:r>
            <a:r>
              <a:rPr lang="en-US" sz="1400"/>
              <a:t xml:space="preserve"> 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책에</a:t>
            </a:r>
            <a:r>
              <a:rPr lang="en-US" sz="1400"/>
              <a:t xml:space="preserve"> </a:t>
            </a:r>
            <a:r>
              <a:rPr lang="en-US" sz="1400"/>
              <a:t xml:space="preserve">맞게</a:t>
            </a:r>
            <a:r>
              <a:rPr lang="en-US" sz="1400"/>
              <a:t xml:space="preserve"> </a:t>
            </a:r>
            <a:r>
              <a:rPr lang="en-US" sz="1400"/>
              <a:t xml:space="preserve">확장한</a:t>
            </a:r>
            <a:r>
              <a:rPr lang="en-US" sz="1400"/>
              <a:t xml:space="preserve"> </a:t>
            </a:r>
            <a:r>
              <a:rPr lang="en-US" sz="1400"/>
              <a:t xml:space="preserve">XML</a:t>
            </a:r>
            <a:r>
              <a:rPr lang="en-US" sz="1400"/>
              <a:t xml:space="preserve"> </a:t>
            </a:r>
            <a:r>
              <a:rPr lang="en-US" sz="1400"/>
              <a:t xml:space="preserve">형식입니다.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i="1"/>
              <a:t xml:space="preserve">기울임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코드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를</a:t>
            </a:r>
            <a:r>
              <a:rPr lang="en-US" sz="1400"/>
              <a:t xml:space="preserve"> </a:t>
            </a:r>
            <a:r>
              <a:rPr lang="en-US" sz="1400"/>
              <a:t xml:space="preserve">씁니다.</a:t>
            </a:r>
          </a:p>
          <a:p>
            <a:pPr marL="0" indent="0" lvl="0">
              <a:buNone/>
            </a:pP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console.log('Hello, ' + name)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112520"/>
        </p:xfrm>
        <a:graphic>
          <a:graphicData uri="http://schemas.openxmlformats.org/drawingml/2006/table">
            <a:tbl>
              <a:tblPr firstRow="1" bandRow="1"/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Document Converter 샘플</dc:title>
  <dc:creator>SHKWON</dc:creator>
  <dcterms:created xsi:type="dcterms:W3CDTF">2026-09-22T05:40:05.177Z</dcterms:created>
</cp:coreProperties>
</file>