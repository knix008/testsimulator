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&lt;p&gt;My Document Converter 샘플 문서&lt;/p&gt;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&lt;p&gt;소개 (Introduction)&lt;/p&gt;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&lt;p&gt;목록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(Lists)&lt;/p&gt;</a:t>
            </a:r>
          </a:p>
          <a:p>
            <a:pPr marL="0" indent="0" lvl="0">
              <a:buNone/>
            </a:pP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0" indent="0" lvl="0">
              <a:buNone/>
            </a:pP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  <a:r>
              <a:rPr lang="en-US" sz="1400"/>
              <a:t xml:space="preserve"> </a:t>
            </a: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0" indent="0" lvl="0">
              <a:buNone/>
            </a:pP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0" indent="0" lvl="0">
              <a:buNone/>
            </a:pPr>
            <a:r>
              <a:rPr lang="en-US" sz="1400"/>
              <a:t xml:space="preserve">1.</a:t>
            </a:r>
            <a:r>
              <a:rPr lang="en-US" sz="1400"/>
              <a:t xml:space="preserve"> </a:t>
            </a: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0" indent="0" lvl="0">
              <a:buNone/>
            </a:pPr>
            <a:r>
              <a:rPr lang="en-US" sz="1400"/>
              <a:t xml:space="preserve">2.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400"/>
              <a:t xml:space="preserve">3.</a:t>
            </a:r>
            <a:r>
              <a:rPr lang="en-US" sz="1400"/>
              <a:t xml:space="preserve"> </a:t>
            </a: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/>
              <a:t xml:space="preserve">•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  <a:r>
              <a:rPr lang="en-US" sz="1400"/>
              <a:t xml:space="preserve"> </a:t>
            </a: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  <a:r>
              <a:rPr lang="en-US" sz="1400"/>
              <a:t xml:space="preserve"> </a:t>
            </a: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&lt;p&gt;코드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(Code)&lt;/p&gt;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&lt;p&gt;표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(Table)&lt;/p&gt;</a:t>
            </a:r>
          </a:p>
          <a:p>
            <a:pPr marL="0" indent="0" lvl="0">
              <a:buNone/>
            </a:pPr>
            <a:r>
              <a:rPr lang="en-US" sz="1800" b="1"/>
              <a:t xml:space="preserve">&lt;p&gt;인용과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math)&lt;/p&gt;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&lt;p&gt;각주와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figure)&lt;/p&gt;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([1])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r>
              <a:rPr lang="en-US" sz="1400"/>
              <a:t xml:space="preserve"> </a:t>
            </a:r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2026-09-22T05:17:31.742Z</dcterms:created>
</cp:coreProperties>
</file>