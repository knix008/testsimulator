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SHKWON</a:t>
            </a:r>
          </a:p>
          <a:p>
            <a:pPr marL="0" indent="0" lvl="0">
              <a:buNone/>
            </a:pPr>
            <a:r>
              <a:rPr lang="en-US" sz="2000"/>
              <a:t xml:space="preserve">2026-09-22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mc^2)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int_0^1 x^2,dx = frac{1}{3}]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 baseline="30000"/>
              <a:t xml:space="preserve">1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AutoNum type="arabicPeriod"/>
            </a:pPr>
            <a:r>
              <a:rPr lang="en-US" sz="2000"/>
              <a:t xml:space="preserve">각주의</a:t>
            </a:r>
            <a:r>
              <a:rPr lang="en-US" sz="2000"/>
              <a:t xml:space="preserve"> </a:t>
            </a:r>
            <a:r>
              <a:rPr lang="en-US" sz="2000"/>
              <a:t xml:space="preserve">내용입니다.</a:t>
            </a:r>
          </a:p>
          <a:p>
            <a:pPr marL="685800" indent="-285750" lvl="1">
              <a:buChar char="•"/>
            </a:pPr>
            <a:r>
              <a:rPr lang="en-US" sz="2000"/>
              <a:t xml:space="preserve">↩︎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2026-09-22T05:17:31.705Z</dcterms:created>
</cp:coreProperties>
</file>