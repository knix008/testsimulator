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#let</a:t>
            </a:r>
            <a:r>
              <a:rPr lang="en-US" sz="2000"/>
              <a:t xml:space="preserve"> </a:t>
            </a:r>
            <a:r>
              <a:rPr lang="en-US" sz="2000"/>
              <a:t xml:space="preserve">horizontalrule</a:t>
            </a:r>
            <a:r>
              <a:rPr lang="en-US" sz="2000"/>
              <a:t xml:space="preserve"> </a:t>
            </a:r>
            <a:r>
              <a:rPr lang="en-US" sz="2000"/>
              <a:t xml:space="preserve">=</a:t>
            </a:r>
            <a:r>
              <a:rPr lang="en-US" sz="2000"/>
              <a:t xml:space="preserve"> </a:t>
            </a:r>
            <a:r>
              <a:rPr lang="en-US" sz="2000"/>
              <a:t xml:space="preserve">[#line(start:</a:t>
            </a:r>
            <a:r>
              <a:rPr lang="en-US" sz="2000"/>
              <a:t xml:space="preserve"> </a:t>
            </a:r>
            <a:r>
              <a:rPr lang="en-US" sz="2000"/>
              <a:t xml:space="preserve">(25%,</a:t>
            </a:r>
            <a:r>
              <a:rPr lang="en-US" sz="2000"/>
              <a:t xml:space="preserve"> </a:t>
            </a:r>
            <a:r>
              <a:rPr lang="en-US" sz="2000"/>
              <a:t xml:space="preserve">0%),</a:t>
            </a:r>
            <a:r>
              <a:rPr lang="en-US" sz="2000"/>
              <a:t xml:space="preserve"> </a:t>
            </a:r>
            <a:r>
              <a:rPr lang="en-US" sz="2000"/>
              <a:t xml:space="preserve">end:</a:t>
            </a:r>
            <a:r>
              <a:rPr lang="en-US" sz="2000"/>
              <a:t xml:space="preserve"> </a:t>
            </a:r>
            <a:r>
              <a:rPr lang="en-US" sz="2000"/>
              <a:t xml:space="preserve">(75%,</a:t>
            </a:r>
            <a:r>
              <a:rPr lang="en-US" sz="2000"/>
              <a:t xml:space="preserve"> </a:t>
            </a:r>
            <a:r>
              <a:rPr lang="en-US" sz="2000"/>
              <a:t xml:space="preserve">0%))]</a:t>
            </a:r>
          </a:p>
          <a:p>
            <a:pPr marL="0" indent="0" lvl="0">
              <a:buNone/>
            </a:pPr>
            <a:r>
              <a:rPr lang="en-US" sz="2000"/>
              <a:t xml:space="preserve">#block(inset:</a:t>
            </a:r>
            <a:r>
              <a:rPr lang="en-US" sz="2000"/>
              <a:t xml:space="preserve"> </a:t>
            </a:r>
            <a:r>
              <a:rPr lang="en-US" sz="2000"/>
              <a:t xml:space="preserve">2em)[</a:t>
            </a:r>
            <a:r>
              <a:rPr lang="en-US" sz="2000"/>
              <a:t xml:space="preserve"> </a:t>
            </a:r>
            <a:r>
              <a:rPr lang="en-US" sz="2000"/>
              <a:t xml:space="preserve">My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Converter</a:t>
            </a:r>
            <a:r>
              <a:rPr lang="en-US" sz="2000"/>
              <a:t xml:space="preserve"> </a:t>
            </a:r>
            <a:r>
              <a:rPr lang="en-US" sz="2000"/>
              <a:t xml:space="preserve">샘플</a:t>
            </a:r>
            <a:r>
              <a:rPr lang="en-US" sz="2000"/>
              <a:t xml:space="preserve"> </a:t>
            </a:r>
            <a:r>
              <a:rPr lang="en-US" sz="2000"/>
              <a:t xml:space="preserve">문서</a:t>
            </a:r>
            <a:r>
              <a:rPr lang="en-US" sz="2000"/>
              <a:t xml:space="preserve"> </a:t>
            </a:r>
            <a:br/>
            <a:r>
              <a:rPr lang="en-US" sz="2000"/>
              <a:t xml:space="preserve"> </a:t>
            </a:r>
            <a:r>
              <a:rPr lang="en-US" sz="2000"/>
              <a:t xml:space="preserve">SHKWON</a:t>
            </a:r>
            <a:r>
              <a:rPr lang="en-US" sz="2000"/>
              <a:t xml:space="preserve"> </a:t>
            </a:r>
            <a:br/>
            <a:r>
              <a:rPr lang="en-US" sz="2000"/>
              <a:t xml:space="preserve"> </a:t>
            </a:r>
            <a:r>
              <a:rPr lang="en-US" sz="2000"/>
              <a:t xml:space="preserve">2026-09-22</a:t>
            </a:r>
            <a:r>
              <a:rPr lang="en-US" sz="2000"/>
              <a:t xml:space="preserve"> </a:t>
            </a:r>
            <a:r>
              <a:rPr lang="en-US" sz="2000"/>
              <a:t xml:space="preserve">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 &lt;소개-introduction&gt;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  <a:r>
              <a:rPr lang="en-US" sz="1800" b="1"/>
              <a:t xml:space="preserve"> </a:t>
            </a:r>
            <a:r>
              <a:rPr lang="en-US" sz="1800" b="1"/>
              <a:t xml:space="preserve">&lt;목록-lists&gt;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  <a:r>
              <a:rPr lang="en-US" sz="1800" b="1"/>
              <a:t xml:space="preserve"> </a:t>
            </a:r>
            <a:r>
              <a:rPr lang="en-US" sz="1800" b="1"/>
              <a:t xml:space="preserve">&lt;코드-code&gt;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  <a:r>
              <a:rPr lang="en-US" sz="1800" b="1"/>
              <a:t xml:space="preserve"> </a:t>
            </a:r>
            <a:r>
              <a:rPr lang="en-US" sz="1800" b="1"/>
              <a:t xml:space="preserve">&lt;표-table&gt;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  <a:r>
              <a:rPr lang="en-US" sz="1800" b="1"/>
              <a:t xml:space="preserve"> </a:t>
            </a:r>
            <a:r>
              <a:rPr lang="en-US" sz="1800" b="1"/>
              <a:t xml:space="preserve">&lt;인용과-수식-quote-and-math&gt;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  <a:r>
              <a:rPr lang="en-US" sz="1800" b="1"/>
              <a:t xml:space="preserve"> </a:t>
            </a:r>
            <a:r>
              <a:rPr lang="en-US" sz="1800" b="1"/>
              <a:t xml:space="preserve">&lt;각주와-그림-footnote-and-figure&gt;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 </a:t>
            </a:r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2026-09-22T05:40:04.410Z</dcterms:created>
</cp:coreProperties>
</file>