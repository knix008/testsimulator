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My</a:t>
            </a:r>
            <a:r>
              <a:rPr lang="en-US" sz="1400"/>
              <a:t xml:space="preserve"> </a:t>
            </a:r>
            <a:r>
              <a:rPr lang="en-US" sz="1400"/>
              <a:t xml:space="preserve">Document</a:t>
            </a:r>
            <a:r>
              <a:rPr lang="en-US" sz="1400"/>
              <a:t xml:space="preserve"> </a:t>
            </a:r>
            <a:r>
              <a:rPr lang="en-US" sz="1400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샘플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===========================</a:t>
            </a:r>
            <a:r>
              <a:rPr lang="en-US" sz="1400"/>
              <a:t xml:space="preserve"> </a:t>
            </a:r>
            <a:r>
              <a:rPr lang="en-US" sz="1400"/>
              <a:t xml:space="preserve">SHKWON</a:t>
            </a:r>
            <a:r>
              <a:rPr lang="en-US" sz="1400"/>
              <a:t xml:space="preserve"> </a:t>
            </a:r>
            <a:r>
              <a:rPr lang="en-US" sz="1400"/>
              <a:t xml:space="preserve">2026-09-22</a:t>
            </a:r>
          </a:p>
          <a:p>
            <a:pPr marL="0" indent="0" lvl="0">
              <a:buNone/>
            </a:pPr>
            <a:r>
              <a:rPr lang="en-US" sz="1400"/>
              <a:t xml:space="preserve">소개</a:t>
            </a:r>
            <a:r>
              <a:rPr lang="en-US" sz="1400"/>
              <a:t xml:space="preserve"> </a:t>
            </a:r>
            <a:r>
              <a:rPr lang="en-US" sz="1400"/>
              <a:t xml:space="preserve">(Introduction)</a:t>
            </a:r>
            <a:r>
              <a:rPr lang="en-US" sz="1400"/>
              <a:t xml:space="preserve"> </a:t>
            </a:r>
            <a:r>
              <a:rPr lang="en-US" sz="1400"/>
              <a:t xml:space="preserve">=================</a:t>
            </a:r>
          </a:p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/>
              <a:t xml:space="preserve">My</a:t>
            </a:r>
            <a:r>
              <a:rPr lang="en-US" sz="1400"/>
              <a:t xml:space="preserve"> </a:t>
            </a:r>
            <a:r>
              <a:rPr lang="en-US" sz="1400"/>
              <a:t xml:space="preserve">Document</a:t>
            </a:r>
            <a:r>
              <a:rPr lang="en-US" sz="1400"/>
              <a:t xml:space="preserve"> </a:t>
            </a:r>
            <a:r>
              <a:rPr lang="en-US" sz="1400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/>
              <a:t xml:space="preserve">강조,</a:t>
            </a:r>
            <a:r>
              <a:rPr lang="en-US" sz="1400"/>
              <a:t xml:space="preserve"> </a:t>
            </a:r>
            <a:r>
              <a:rPr lang="en-US" sz="1400"/>
              <a:t xml:space="preserve">굵게,</a:t>
            </a:r>
            <a:r>
              <a:rPr lang="en-US" sz="1400"/>
              <a:t xml:space="preserve"> </a:t>
            </a:r>
            <a:r>
              <a:rPr lang="en-US" sz="1400"/>
              <a:t xml:space="preserve">취소선,</a:t>
            </a:r>
            <a:r>
              <a:rPr lang="en-US" sz="1400"/>
              <a:t xml:space="preserve"> </a:t>
            </a: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코드,</a:t>
            </a:r>
            <a:r>
              <a:rPr lang="en-US" sz="1400"/>
              <a:t xml:space="preserve"> </a:t>
            </a:r>
            <a:r>
              <a:rPr lang="en-US" sz="1400"/>
              <a:t xml:space="preserve">H2O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x2,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&lt;https://example.com&gt;를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400"/>
              <a:t xml:space="preserve">목록</a:t>
            </a:r>
            <a:r>
              <a:rPr lang="en-US" sz="1400"/>
              <a:t xml:space="preserve"> </a:t>
            </a:r>
            <a:r>
              <a:rPr lang="en-US" sz="1400"/>
              <a:t xml:space="preserve">(Lists)</a:t>
            </a:r>
            <a:r>
              <a:rPr lang="en-US" sz="1400"/>
              <a:t xml:space="preserve"> </a:t>
            </a:r>
            <a:r>
              <a:rPr lang="en-US" sz="1400"/>
              <a:t xml:space="preserve">----------</a:t>
            </a:r>
          </a:p>
          <a:p>
            <a:pPr marL="0" indent="0" lvl="0">
              <a:buNone/>
            </a:pPr>
            <a:r>
              <a:rPr lang="en-US" sz="1400"/>
              <a:t xml:space="preserve">-</a:t>
            </a:r>
            <a:r>
              <a:rPr lang="en-US" sz="1400"/>
              <a:t xml:space="preserve"> </a:t>
            </a: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  <a:r>
              <a:rPr lang="en-US" sz="1400"/>
              <a:t xml:space="preserve"> </a:t>
            </a:r>
            <a:r>
              <a:rPr lang="en-US" sz="1400"/>
              <a:t xml:space="preserve">-</a:t>
            </a:r>
            <a:r>
              <a:rPr lang="en-US" sz="1400"/>
              <a:t xml:space="preserve"> </a:t>
            </a: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  <a:r>
              <a:rPr lang="en-US" sz="1400"/>
              <a:t xml:space="preserve"> </a:t>
            </a:r>
            <a:r>
              <a:rPr lang="en-US" sz="1400"/>
              <a:t xml:space="preserve">-</a:t>
            </a:r>
            <a:r>
              <a:rPr lang="en-US" sz="1400"/>
              <a:t xml:space="preserve"> </a:t>
            </a: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  <a:r>
              <a:rPr lang="en-US" sz="1400"/>
              <a:t xml:space="preserve"> </a:t>
            </a:r>
            <a:r>
              <a:rPr lang="en-US" sz="1400"/>
              <a:t xml:space="preserve">-</a:t>
            </a:r>
            <a:r>
              <a:rPr lang="en-US" sz="1400"/>
              <a:t xml:space="preserve"> </a:t>
            </a: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  <a:r>
              <a:rPr lang="en-US" sz="1400"/>
              <a:t xml:space="preserve"> </a:t>
            </a:r>
            <a:r>
              <a:rPr lang="en-US" sz="1400"/>
              <a:t xml:space="preserve">-</a:t>
            </a:r>
            <a:r>
              <a:rPr lang="en-US" sz="1400"/>
              <a:t xml:space="preserve"> </a:t>
            </a: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0" indent="0" lvl="0">
              <a:buNone/>
            </a:pPr>
            <a:r>
              <a:rPr lang="en-US" sz="1400"/>
              <a:t xml:space="preserve">1.</a:t>
            </a:r>
            <a:r>
              <a:rPr lang="en-US" sz="1400"/>
              <a:t xml:space="preserve"> </a:t>
            </a: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  <a:r>
              <a:rPr lang="en-US" sz="1400"/>
              <a:t xml:space="preserve"> </a:t>
            </a:r>
            <a:r>
              <a:rPr lang="en-US" sz="1400"/>
              <a:t xml:space="preserve">2.</a:t>
            </a:r>
            <a:r>
              <a:rPr lang="en-US" sz="1400"/>
              <a:t xml:space="preserve"> </a:t>
            </a: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3.</a:t>
            </a:r>
            <a:r>
              <a:rPr lang="en-US" sz="1400"/>
              <a:t xml:space="preserve"> </a:t>
            </a: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0" indent="0" lvl="0">
              <a:buNone/>
            </a:pPr>
            <a:r>
              <a:rPr lang="en-US" sz="1400"/>
              <a:t xml:space="preserve">[x]</a:t>
            </a:r>
            <a:r>
              <a:rPr lang="en-US" sz="1400"/>
              <a:t xml:space="preserve"> </a:t>
            </a: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  <a:r>
              <a:rPr lang="en-US" sz="1400"/>
              <a:t xml:space="preserve"> </a:t>
            </a:r>
            <a:r>
              <a:rPr lang="en-US" sz="1400"/>
              <a:t xml:space="preserve">[</a:t>
            </a:r>
            <a:r>
              <a:rPr lang="en-US" sz="1400"/>
              <a:t xml:space="preserve"> </a:t>
            </a:r>
            <a:r>
              <a:rPr lang="en-US" sz="1400"/>
              <a:t xml:space="preserve">]</a:t>
            </a:r>
            <a:r>
              <a:rPr lang="en-US" sz="1400"/>
              <a:t xml:space="preserve"> </a:t>
            </a: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/>
              <a:t xml:space="preserve">용어</a:t>
            </a:r>
            <a:r>
              <a:rPr lang="en-US" sz="1400"/>
              <a:t xml:space="preserve"> </a:t>
            </a: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/>
              <a:t xml:space="preserve">Pandoc</a:t>
            </a:r>
            <a:r>
              <a:rPr lang="en-US" sz="1400"/>
              <a:t xml:space="preserve"> </a:t>
            </a: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400"/>
              <a:t xml:space="preserve">코드</a:t>
            </a:r>
            <a:r>
              <a:rPr lang="en-US" sz="1400"/>
              <a:t xml:space="preserve"> </a:t>
            </a:r>
            <a:r>
              <a:rPr lang="en-US" sz="1400"/>
              <a:t xml:space="preserve">(Code)</a:t>
            </a:r>
            <a:r>
              <a:rPr lang="en-US" sz="1400"/>
              <a:t xml:space="preserve"> </a:t>
            </a:r>
            <a:r>
              <a:rPr lang="en-US" sz="1400"/>
              <a:t xml:space="preserve">---------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400"/>
              <a:t xml:space="preserve">표</a:t>
            </a:r>
            <a:r>
              <a:rPr lang="en-US" sz="1400"/>
              <a:t xml:space="preserve"> </a:t>
            </a:r>
            <a:r>
              <a:rPr lang="en-US" sz="1400"/>
              <a:t xml:space="preserve">(Table)</a:t>
            </a:r>
            <a:r>
              <a:rPr lang="en-US" sz="1400"/>
              <a:t xml:space="preserve"> </a:t>
            </a:r>
            <a:r>
              <a:rPr lang="en-US" sz="1400"/>
              <a:t xml:space="preserve">---------</a:t>
            </a:r>
          </a:p>
          <a:p>
            <a:pPr marL="0" indent="0" lvl="0">
              <a:buNone/>
            </a:pP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확장자</a:t>
            </a:r>
            <a:r>
              <a:rPr lang="en-US" sz="1400"/>
              <a:t xml:space="preserve"> </a:t>
            </a:r>
            <a:r>
              <a:rPr lang="en-US" sz="1400"/>
              <a:t xml:space="preserve">읽기</a:t>
            </a:r>
            <a:r>
              <a:rPr lang="en-US" sz="1400"/>
              <a:t xml:space="preserve"> </a:t>
            </a:r>
            <a:r>
              <a:rPr lang="en-US" sz="1400"/>
              <a:t xml:space="preserve">쓰기</a:t>
            </a:r>
            <a:r>
              <a:rPr lang="en-US" sz="1400"/>
              <a:t xml:space="preserve"> </a:t>
            </a:r>
            <a:r>
              <a:rPr lang="en-US" sz="1400"/>
              <a:t xml:space="preserve">--------</a:t>
            </a:r>
            <a:r>
              <a:rPr lang="en-US" sz="1400"/>
              <a:t xml:space="preserve"> </a:t>
            </a:r>
            <a:r>
              <a:rPr lang="en-US" sz="1400"/>
              <a:t xml:space="preserve">------</a:t>
            </a:r>
            <a:r>
              <a:rPr lang="en-US" sz="1400"/>
              <a:t xml:space="preserve"> </a:t>
            </a:r>
            <a:r>
              <a:rPr lang="en-US" sz="1400"/>
              <a:t xml:space="preserve">----</a:t>
            </a:r>
            <a:r>
              <a:rPr lang="en-US" sz="1400"/>
              <a:t xml:space="preserve"> </a:t>
            </a:r>
            <a:r>
              <a:rPr lang="en-US" sz="1400"/>
              <a:t xml:space="preserve">----</a:t>
            </a:r>
            <a:r>
              <a:rPr lang="en-US" sz="1400"/>
              <a:t xml:space="preserve"> </a:t>
            </a:r>
            <a:r>
              <a:rPr lang="en-US" sz="1400"/>
              <a:t xml:space="preserve">Markdown</a:t>
            </a:r>
            <a:r>
              <a:rPr lang="en-US" sz="1400"/>
              <a:t xml:space="preserve"> </a:t>
            </a:r>
            <a:r>
              <a:rPr lang="en-US" sz="1400"/>
              <a:t xml:space="preserve">.md</a:t>
            </a:r>
            <a:r>
              <a:rPr lang="en-US" sz="1400"/>
              <a:t xml:space="preserve"> 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HTML</a:t>
            </a:r>
            <a:r>
              <a:rPr lang="en-US" sz="1400"/>
              <a:t xml:space="preserve"> </a:t>
            </a:r>
            <a:r>
              <a:rPr lang="en-US" sz="1400"/>
              <a:t xml:space="preserve">.html</a:t>
            </a:r>
            <a:r>
              <a:rPr lang="en-US" sz="1400"/>
              <a:t xml:space="preserve"> 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DOCX</a:t>
            </a:r>
            <a:r>
              <a:rPr lang="en-US" sz="1400"/>
              <a:t xml:space="preserve"> </a:t>
            </a:r>
            <a:r>
              <a:rPr lang="en-US" sz="1400"/>
              <a:t xml:space="preserve">.docx</a:t>
            </a:r>
            <a:r>
              <a:rPr lang="en-US" sz="1400"/>
              <a:t xml:space="preserve"> 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EPUB</a:t>
            </a:r>
            <a:r>
              <a:rPr lang="en-US" sz="1400"/>
              <a:t xml:space="preserve"> </a:t>
            </a:r>
            <a:r>
              <a:rPr lang="en-US" sz="1400"/>
              <a:t xml:space="preserve">.epub</a:t>
            </a:r>
            <a:r>
              <a:rPr lang="en-US" sz="1400"/>
              <a:t xml:space="preserve"> 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--------</a:t>
            </a:r>
            <a:r>
              <a:rPr lang="en-US" sz="1400"/>
              <a:t xml:space="preserve"> </a:t>
            </a:r>
            <a:r>
              <a:rPr lang="en-US" sz="1400"/>
              <a:t xml:space="preserve">------</a:t>
            </a:r>
            <a:r>
              <a:rPr lang="en-US" sz="1400"/>
              <a:t xml:space="preserve"> </a:t>
            </a:r>
            <a:r>
              <a:rPr lang="en-US" sz="1400"/>
              <a:t xml:space="preserve">----</a:t>
            </a:r>
            <a:r>
              <a:rPr lang="en-US" sz="1400"/>
              <a:t xml:space="preserve"> </a:t>
            </a:r>
            <a:r>
              <a:rPr lang="en-US" sz="1400"/>
              <a:t xml:space="preserve">----</a:t>
            </a:r>
          </a:p>
          <a:p>
            <a:pPr marL="0" indent="0" lvl="0">
              <a:buNone/>
            </a:pPr>
            <a:r>
              <a:rPr lang="en-US" sz="1400"/>
              <a:t xml:space="preserve">Table:</a:t>
            </a:r>
            <a:r>
              <a:rPr lang="en-US" sz="1400"/>
              <a:t xml:space="preserve"> </a:t>
            </a:r>
            <a:r>
              <a:rPr lang="en-US" sz="1400"/>
              <a:t xml:space="preserve">지원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일부</a:t>
            </a:r>
          </a:p>
          <a:p>
            <a:pPr marL="0" indent="0" lvl="0">
              <a:buNone/>
            </a:pPr>
            <a:r>
              <a:rPr lang="en-US" sz="1400"/>
              <a:t xml:space="preserve">인용과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/>
              <a:t xml:space="preserve">(Quote</a:t>
            </a:r>
            <a:r>
              <a:rPr lang="en-US" sz="1400"/>
              <a:t xml:space="preserve"> </a:t>
            </a:r>
            <a:r>
              <a:rPr lang="en-US" sz="1400"/>
              <a:t xml:space="preserve">and</a:t>
            </a:r>
            <a:r>
              <a:rPr lang="en-US" sz="1400"/>
              <a:t xml:space="preserve"> </a:t>
            </a:r>
            <a:r>
              <a:rPr lang="en-US" sz="1400"/>
              <a:t xml:space="preserve">math)</a:t>
            </a:r>
            <a:r>
              <a:rPr lang="en-US" sz="1400"/>
              <a:t xml:space="preserve"> </a:t>
            </a:r>
            <a:r>
              <a:rPr lang="en-US" sz="1400"/>
              <a:t xml:space="preserve">-----------------------</a:t>
            </a:r>
          </a:p>
          <a:p>
            <a:pPr marL="0" indent="0" lvl="0">
              <a:buNone/>
            </a:pPr>
            <a:r>
              <a:rPr lang="en-US" sz="1400"/>
              <a:t xml:space="preserve"> </a:t>
            </a:r>
            <a:r>
              <a:rPr lang="en-US" sz="1400"/>
              <a:t xml:space="preserve">좋은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/>
              <a:t xml:space="preserve">어떤</a:t>
            </a:r>
            <a:r>
              <a:rPr lang="en-US" sz="1400"/>
              <a:t xml:space="preserve"> </a:t>
            </a:r>
            <a:r>
              <a:rPr lang="en-US" sz="1400"/>
              <a:t xml:space="preserve">형식으로도</a:t>
            </a:r>
            <a:r>
              <a:rPr lang="en-US" sz="1400"/>
              <a:t xml:space="preserve"> </a:t>
            </a:r>
            <a:r>
              <a:rPr lang="en-US" sz="1400"/>
              <a:t xml:space="preserve">읽힙니다.</a:t>
            </a:r>
            <a:r>
              <a:rPr lang="en-US" sz="1400"/>
              <a:t xml:space="preserve"> </a:t>
            </a:r>
            <a:r>
              <a:rPr lang="en-US" sz="1400"/>
              <a:t xml:space="preserve">—</a:t>
            </a:r>
            <a:r>
              <a:rPr lang="en-US" sz="1400"/>
              <a:t xml:space="preserve"> </a:t>
            </a:r>
            <a:r>
              <a:rPr lang="en-US" sz="1400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/>
              <a:t xml:space="preserve">E</a:t>
            </a:r>
            <a:r>
              <a:rPr lang="en-US" sz="1400"/>
              <a:t xml:space="preserve"> </a:t>
            </a:r>
            <a:r>
              <a:rPr lang="en-US" sz="1400"/>
              <a:t xml:space="preserve">=</a:t>
            </a:r>
            <a:r>
              <a:rPr lang="en-US" sz="1400"/>
              <a:t xml:space="preserve"> </a:t>
            </a:r>
            <a:r>
              <a:rPr lang="en-US" sz="1400"/>
              <a:t xml:space="preserve">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/>
              <a:t xml:space="preserve">\int_0^1</a:t>
            </a:r>
            <a:r>
              <a:rPr lang="en-US" sz="1400"/>
              <a:t xml:space="preserve"> </a:t>
            </a:r>
            <a:r>
              <a:rPr lang="en-US" sz="1400"/>
              <a:t xml:space="preserve">x^2\,dx</a:t>
            </a:r>
            <a:r>
              <a:rPr lang="en-US" sz="1400"/>
              <a:t xml:space="preserve"> </a:t>
            </a:r>
            <a:r>
              <a:rPr lang="en-US" sz="1400"/>
              <a:t xml:space="preserve">=</a:t>
            </a:r>
            <a:r>
              <a:rPr lang="en-US" sz="1400"/>
              <a:t xml:space="preserve"> </a:t>
            </a:r>
            <a:r>
              <a:rPr lang="en-US" sz="1400"/>
              <a:t xml:space="preserve">\frac{1}{3}</a:t>
            </a:r>
          </a:p>
          <a:p>
            <a:pPr marL="0" indent="0" lvl="0">
              <a:buNone/>
            </a:pPr>
            <a:r>
              <a:rPr lang="en-US" sz="1400"/>
              <a:t xml:space="preserve">각주와</a:t>
            </a:r>
            <a:r>
              <a:rPr lang="en-US" sz="1400"/>
              <a:t xml:space="preserve"> </a:t>
            </a:r>
            <a:r>
              <a:rPr lang="en-US" sz="1400"/>
              <a:t xml:space="preserve">그림</a:t>
            </a:r>
            <a:r>
              <a:rPr lang="en-US" sz="1400"/>
              <a:t xml:space="preserve"> </a:t>
            </a:r>
            <a:r>
              <a:rPr lang="en-US" sz="1400"/>
              <a:t xml:space="preserve">(Footnote</a:t>
            </a:r>
            <a:r>
              <a:rPr lang="en-US" sz="1400"/>
              <a:t xml:space="preserve"> </a:t>
            </a:r>
            <a:r>
              <a:rPr lang="en-US" sz="1400"/>
              <a:t xml:space="preserve">and</a:t>
            </a:r>
            <a:r>
              <a:rPr lang="en-US" sz="1400"/>
              <a:t xml:space="preserve"> </a:t>
            </a:r>
            <a:r>
              <a:rPr lang="en-US" sz="1400"/>
              <a:t xml:space="preserve">figure)</a:t>
            </a:r>
            <a:r>
              <a:rPr lang="en-US" sz="1400"/>
              <a:t xml:space="preserve"> </a:t>
            </a:r>
            <a:r>
              <a:rPr lang="en-US" sz="1400"/>
              <a:t xml:space="preserve">----------------------------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문장입니다.[1]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/>
              <a:t xml:space="preserve">[프로그램</a:t>
            </a:r>
            <a:r>
              <a:rPr lang="en-US" sz="1400"/>
              <a:t xml:space="preserve"> </a:t>
            </a:r>
            <a:r>
              <a:rPr lang="en-US" sz="1400"/>
              <a:t xml:space="preserve">아이콘:</a:t>
            </a:r>
            <a:r>
              <a:rPr lang="en-US" sz="1400"/>
              <a:t xml:space="preserve"> </a:t>
            </a:r>
            <a:r>
              <a:rPr lang="en-US" sz="1400"/>
              <a:t xml:space="preserve">../public/app-icon.svg]</a:t>
            </a:r>
          </a:p>
          <a:p>
            <a:pPr marL="0" indent="0" lvl="0">
              <a:buNone/>
            </a:pPr>
            <a:r>
              <a:rPr lang="en-US" sz="1400"/>
              <a:t xml:space="preserve">------------------------------------------------------------------------</a:t>
            </a:r>
          </a:p>
          <a:p>
            <a:pPr marL="0" indent="0" lvl="0">
              <a:buNone/>
            </a:pPr>
            <a:r>
              <a:rPr lang="en-US" sz="1400"/>
              <a:t xml:space="preserve">마지막</a:t>
            </a:r>
            <a:r>
              <a:rPr lang="en-US" sz="1400"/>
              <a:t xml:space="preserve"> </a:t>
            </a:r>
            <a:r>
              <a:rPr lang="en-US" sz="1400"/>
              <a:t xml:space="preserve">문단입니다.</a:t>
            </a:r>
            <a:r>
              <a:rPr lang="en-US" sz="1400"/>
              <a:t xml:space="preserve"> </a:t>
            </a:r>
            <a:r>
              <a:rPr lang="en-US" sz="1400"/>
              <a:t xml:space="preserve">줄</a:t>
            </a:r>
            <a:r>
              <a:rPr lang="en-US" sz="1400"/>
              <a:t xml:space="preserve"> </a:t>
            </a:r>
            <a:r>
              <a:rPr lang="en-US" sz="1400"/>
              <a:t xml:space="preserve">끝에</a:t>
            </a:r>
            <a:r>
              <a:rPr lang="en-US" sz="1400"/>
              <a:t xml:space="preserve"> </a:t>
            </a: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칸을</a:t>
            </a:r>
            <a:r>
              <a:rPr lang="en-US" sz="1400"/>
              <a:t xml:space="preserve"> </a:t>
            </a:r>
            <a:r>
              <a:rPr lang="en-US" sz="1400"/>
              <a:t xml:space="preserve">두면</a:t>
            </a:r>
            <a:r>
              <a:rPr lang="en-US" sz="1400"/>
              <a:t xml:space="preserve"> </a:t>
            </a:r>
            <a:r>
              <a:rPr lang="en-US" sz="1400"/>
              <a:t xml:space="preserve">강제</a:t>
            </a:r>
            <a:r>
              <a:rPr lang="en-US" sz="1400"/>
              <a:t xml:space="preserve"> </a:t>
            </a:r>
            <a:r>
              <a:rPr lang="en-US" sz="1400"/>
              <a:t xml:space="preserve">줄바꿈이</a:t>
            </a:r>
            <a:r>
              <a:rPr lang="en-US" sz="1400"/>
              <a:t xml:space="preserve"> </a:t>
            </a:r>
            <a:r>
              <a:rPr lang="en-US" sz="1400"/>
              <a:t xml:space="preserve">됩니다.</a:t>
            </a:r>
          </a:p>
          <a:p>
            <a:pPr marL="0" indent="0" lvl="0">
              <a:buNone/>
            </a:pPr>
            <a:r>
              <a:rPr lang="en-US" sz="1400"/>
              <a:t xml:space="preserve">[1]</a:t>
            </a:r>
            <a:r>
              <a:rPr lang="en-US" sz="1400"/>
              <a:t xml:space="preserve"> </a:t>
            </a:r>
            <a:r>
              <a:rPr lang="en-US" sz="1400"/>
              <a:t xml:space="preserve">각주의</a:t>
            </a:r>
            <a:r>
              <a:rPr lang="en-US" sz="1400"/>
              <a:t xml:space="preserve"> </a:t>
            </a:r>
            <a:r>
              <a:rPr lang="en-US" sz="1400"/>
              <a:t xml:space="preserve">내용입니다.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2026-09-22T05:40:04.147Z</dcterms:created>
</cp:coreProperties>
</file>