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/>
              <a:t>My Document Converter 샘플 문서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:Author:</a:t>
            </a:r>
            <a:r>
              <a:rPr lang="en-US" sz="2000"/>
              <a:t xml:space="preserve"> </a:t>
            </a:r>
            <a:r>
              <a:rPr lang="en-US" sz="2000"/>
              <a:t xml:space="preserve">SHKWON</a:t>
            </a:r>
            <a:r>
              <a:rPr lang="en-US" sz="2000"/>
              <a:t xml:space="preserve"> </a:t>
            </a:r>
            <a:r>
              <a:rPr lang="en-US" sz="2000"/>
              <a:t xml:space="preserve">:Date:</a:t>
            </a:r>
            <a:r>
              <a:rPr lang="en-US" sz="2000"/>
              <a:t xml:space="preserve"> </a:t>
            </a:r>
            <a:r>
              <a:rPr lang="en-US" sz="2000"/>
              <a:t xml:space="preserve">2026-09-22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이</a:t>
            </a:r>
            <a:r>
              <a:rPr lang="en-US" sz="2000"/>
              <a:t xml:space="preserve"> </a:t>
            </a:r>
            <a:r>
              <a:rPr lang="en-US" sz="2000"/>
              <a:t xml:space="preserve">문서는</a:t>
            </a:r>
            <a:r>
              <a:rPr lang="en-US" sz="2000"/>
              <a:t xml:space="preserve"> </a:t>
            </a:r>
            <a:r>
              <a:rPr lang="en-US" sz="2000" b="1"/>
              <a:t xml:space="preserve">My</a:t>
            </a:r>
            <a:r>
              <a:rPr lang="en-US" sz="2000" b="1"/>
              <a:t xml:space="preserve"> </a:t>
            </a:r>
            <a:r>
              <a:rPr lang="en-US" sz="2000" b="1"/>
              <a:t xml:space="preserve">Document</a:t>
            </a:r>
            <a:r>
              <a:rPr lang="en-US" sz="2000" b="1"/>
              <a:t xml:space="preserve"> </a:t>
            </a:r>
            <a:r>
              <a:rPr lang="en-US" sz="2000" b="1"/>
              <a:t xml:space="preserve">Converter</a:t>
            </a:r>
            <a:r>
              <a:rPr lang="en-US" sz="2000"/>
              <a:t xml:space="preserve"> </a:t>
            </a:r>
            <a:r>
              <a:rPr lang="en-US" sz="2000"/>
              <a:t xml:space="preserve">가</a:t>
            </a:r>
            <a:r>
              <a:rPr lang="en-US" sz="2000"/>
              <a:t xml:space="preserve"> </a:t>
            </a:r>
            <a:r>
              <a:rPr lang="en-US" sz="2000"/>
              <a:t xml:space="preserve">지원하는</a:t>
            </a:r>
            <a:r>
              <a:rPr lang="en-US" sz="2000"/>
              <a:t xml:space="preserve"> </a:t>
            </a:r>
            <a:r>
              <a:rPr lang="en-US" sz="2000"/>
              <a:t xml:space="preserve">모든</a:t>
            </a:r>
            <a:r>
              <a:rPr lang="en-US" sz="2000"/>
              <a:t xml:space="preserve"> </a:t>
            </a:r>
            <a:r>
              <a:rPr lang="en-US" sz="2000"/>
              <a:t xml:space="preserve">출력</a:t>
            </a:r>
            <a:r>
              <a:rPr lang="en-US" sz="2000"/>
              <a:t xml:space="preserve"> </a:t>
            </a:r>
            <a:r>
              <a:rPr lang="en-US" sz="2000"/>
              <a:t xml:space="preserve">형식의</a:t>
            </a:r>
            <a:r>
              <a:rPr lang="en-US" sz="2000"/>
              <a:t xml:space="preserve"> </a:t>
            </a:r>
            <a:r>
              <a:rPr lang="en-US" sz="2000"/>
              <a:t xml:space="preserve">샘플을</a:t>
            </a:r>
            <a:r>
              <a:rPr lang="en-US" sz="2000"/>
              <a:t xml:space="preserve"> </a:t>
            </a:r>
            <a:r>
              <a:rPr lang="en-US" sz="2000"/>
              <a:t xml:space="preserve">만드는</a:t>
            </a:r>
            <a:r>
              <a:rPr lang="en-US" sz="2000"/>
              <a:t xml:space="preserve"> </a:t>
            </a:r>
            <a:r>
              <a:rPr lang="en-US" sz="2000"/>
              <a:t xml:space="preserve">데</a:t>
            </a:r>
            <a:r>
              <a:rPr lang="en-US" sz="2000"/>
              <a:t xml:space="preserve"> </a:t>
            </a:r>
            <a:r>
              <a:rPr lang="en-US" sz="2000"/>
              <a:t xml:space="preserve">쓰이는</a:t>
            </a:r>
            <a:r>
              <a:rPr lang="en-US" sz="2000"/>
              <a:t xml:space="preserve"> </a:t>
            </a:r>
            <a:r>
              <a:rPr lang="en-US" sz="2000"/>
              <a:t xml:space="preserve">원본입니다.</a:t>
            </a:r>
            <a:r>
              <a:rPr lang="en-US" sz="2000"/>
              <a:t xml:space="preserve"> </a:t>
            </a:r>
            <a:r>
              <a:rPr lang="en-US" sz="2000" i="1"/>
              <a:t xml:space="preserve">강조</a:t>
            </a:r>
            <a:r>
              <a:rPr lang="en-US" sz="2000"/>
              <a:t xml:space="preserve">,</a:t>
            </a:r>
            <a:r>
              <a:rPr lang="en-US" sz="2000"/>
              <a:t xml:space="preserve"> </a:t>
            </a:r>
            <a:r>
              <a:rPr lang="en-US" sz="2000" b="1"/>
              <a:t xml:space="preserve">굵게</a:t>
            </a:r>
            <a:r>
              <a:rPr lang="en-US" sz="2000"/>
              <a:t xml:space="preserve">,</a:t>
            </a:r>
            <a:r>
              <a:rPr lang="en-US" sz="2000"/>
              <a:t xml:space="preserve"> </a:t>
            </a:r>
            <a:r>
              <a:rPr lang="en-US" sz="2000">
                <a:latin typeface="Consolas"/>
              </a:rPr>
              <a:t xml:space="preserve">취소선</a:t>
            </a:r>
            <a:r>
              <a:rPr lang="en-US" sz="2000"/>
              <a:t xml:space="preserve">,</a:t>
            </a:r>
            <a:r>
              <a:rPr lang="en-US" sz="2000"/>
              <a:t xml:space="preserve"> </a:t>
            </a:r>
            <a:r>
              <a:rPr lang="en-US" sz="2000">
                <a:latin typeface="Consolas"/>
              </a:rPr>
              <a:t xml:space="preserve">인라인 코드</a:t>
            </a:r>
            <a:r>
              <a:rPr lang="en-US" sz="2000"/>
              <a:t xml:space="preserve">,</a:t>
            </a:r>
            <a:r>
              <a:rPr lang="en-US" sz="2000"/>
              <a:t xml:space="preserve"> </a:t>
            </a:r>
            <a:r>
              <a:rPr lang="en-US" sz="2000"/>
              <a:t xml:space="preserve">H</a:t>
            </a:r>
            <a:r>
              <a:rPr lang="en-US" sz="2000" baseline="-25000"/>
              <a:t xml:space="preserve">2</a:t>
            </a:r>
            <a:r>
              <a:rPr lang="en-US" sz="2000"/>
              <a:t xml:space="preserve">O</a:t>
            </a:r>
            <a:r>
              <a:rPr lang="en-US" sz="2000"/>
              <a:t xml:space="preserve"> </a:t>
            </a:r>
            <a:r>
              <a:rPr lang="en-US" sz="2000"/>
              <a:t xml:space="preserve">와</a:t>
            </a:r>
            <a:r>
              <a:rPr lang="en-US" sz="2000"/>
              <a:t xml:space="preserve"> </a:t>
            </a:r>
            <a:r>
              <a:rPr lang="en-US" sz="2000"/>
              <a:t xml:space="preserve">x</a:t>
            </a:r>
            <a:r>
              <a:rPr lang="en-US" sz="2000" baseline="30000"/>
              <a:t xml:space="preserve">2</a:t>
            </a:r>
            <a:r>
              <a:rPr lang="en-US" sz="2000"/>
              <a:t xml:space="preserve">,</a:t>
            </a:r>
            <a:r>
              <a:rPr lang="en-US" sz="2000"/>
              <a:t xml:space="preserve"> </a:t>
            </a:r>
            <a:r>
              <a:rPr lang="en-US" sz="2000"/>
              <a:t xml:space="preserve">그리고</a:t>
            </a:r>
            <a:r>
              <a:rPr lang="en-US" sz="2000"/>
              <a:t xml:space="preserve"> </a:t>
            </a:r>
            <a:r>
              <a:rPr lang="en-US" sz="2000"/>
              <a:t xml:space="preserve">링크</a:t>
            </a:r>
            <a:r>
              <a:rPr lang="en-US" sz="2000"/>
              <a:t xml:space="preserve"> </a:t>
            </a:r>
            <a:r>
              <a:rPr lang="en-US" sz="2000"/>
              <a:t xml:space="preserve">&lt;</a:t>
            </a:r>
            <a:r>
              <a:rPr lang="en-US" sz="2000"/>
              <a:t xml:space="preserve">https://example.com</a:t>
            </a:r>
            <a:r>
              <a:rPr lang="en-US" sz="2000"/>
              <a:t xml:space="preserve">&gt;</a:t>
            </a:r>
            <a:r>
              <a:rPr lang="en-US" sz="2000"/>
              <a:t xml:space="preserve">_를</a:t>
            </a:r>
            <a:r>
              <a:rPr lang="en-US" sz="2000"/>
              <a:t xml:space="preserve"> </a:t>
            </a:r>
            <a:r>
              <a:rPr lang="en-US" sz="2000"/>
              <a:t xml:space="preserve">담고</a:t>
            </a:r>
            <a:r>
              <a:rPr lang="en-US" sz="2000"/>
              <a:t xml:space="preserve"> </a:t>
            </a:r>
            <a:r>
              <a:rPr lang="en-US" sz="2000"/>
              <a:t xml:space="preserve">있습니다.</a:t>
            </a:r>
            <a:r>
              <a:rPr lang="en-US" sz="2000"/>
              <a:t xml:space="preserve"> </a:t>
            </a:r>
            <a:r>
              <a:rPr lang="en-US" sz="2000"/>
              <a:t xml:space="preserve">This</a:t>
            </a:r>
            <a:r>
              <a:rPr lang="en-US" sz="2000"/>
              <a:t xml:space="preserve"> </a:t>
            </a:r>
            <a:r>
              <a:rPr lang="en-US" sz="2000"/>
              <a:t xml:space="preserve">paragraph</a:t>
            </a:r>
            <a:r>
              <a:rPr lang="en-US" sz="2000"/>
              <a:t xml:space="preserve"> </a:t>
            </a:r>
            <a:r>
              <a:rPr lang="en-US" sz="2000"/>
              <a:t xml:space="preserve">is</a:t>
            </a:r>
            <a:r>
              <a:rPr lang="en-US" sz="2000"/>
              <a:t xml:space="preserve"> </a:t>
            </a:r>
            <a:r>
              <a:rPr lang="en-US" sz="2000"/>
              <a:t xml:space="preserve">in</a:t>
            </a:r>
            <a:r>
              <a:rPr lang="en-US" sz="2000"/>
              <a:t xml:space="preserve"> </a:t>
            </a:r>
            <a:r>
              <a:rPr lang="en-US" sz="2000"/>
              <a:t xml:space="preserve">English</a:t>
            </a:r>
            <a:r>
              <a:rPr lang="en-US" sz="2000"/>
              <a:t xml:space="preserve"> </a:t>
            </a:r>
            <a:r>
              <a:rPr lang="en-US" sz="2000"/>
              <a:t xml:space="preserve">so</a:t>
            </a:r>
            <a:r>
              <a:rPr lang="en-US" sz="2000"/>
              <a:t xml:space="preserve"> </a:t>
            </a:r>
            <a:r>
              <a:rPr lang="en-US" sz="2000"/>
              <a:t xml:space="preserve">that</a:t>
            </a:r>
            <a:r>
              <a:rPr lang="en-US" sz="2000"/>
              <a:t xml:space="preserve"> </a:t>
            </a:r>
            <a:r>
              <a:rPr lang="en-US" sz="2000"/>
              <a:t xml:space="preserve">Latin-only</a:t>
            </a:r>
            <a:r>
              <a:rPr lang="en-US" sz="2000"/>
              <a:t xml:space="preserve"> </a:t>
            </a:r>
            <a:r>
              <a:rPr lang="en-US" sz="2000"/>
              <a:t xml:space="preserve">formats</a:t>
            </a:r>
            <a:r>
              <a:rPr lang="en-US" sz="2000"/>
              <a:t xml:space="preserve"> </a:t>
            </a:r>
            <a:r>
              <a:rPr lang="en-US" sz="2000"/>
              <a:t xml:space="preserve">still</a:t>
            </a:r>
            <a:r>
              <a:rPr lang="en-US" sz="2000"/>
              <a:t xml:space="preserve"> </a:t>
            </a:r>
            <a:r>
              <a:rPr lang="en-US" sz="2000"/>
              <a:t xml:space="preserve">show</a:t>
            </a:r>
            <a:r>
              <a:rPr lang="en-US" sz="2000"/>
              <a:t xml:space="preserve"> </a:t>
            </a:r>
            <a:r>
              <a:rPr lang="en-US" sz="2000"/>
              <a:t xml:space="preserve">something</a:t>
            </a:r>
            <a:r>
              <a:rPr lang="en-US" sz="2000"/>
              <a:t xml:space="preserve"> </a:t>
            </a:r>
            <a:r>
              <a:rPr lang="en-US" sz="2000"/>
              <a:t xml:space="preserve">readable.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목록 (Lists)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285750" lvl="0">
              <a:buChar char="•"/>
            </a:pPr>
            <a:r>
              <a:rPr lang="en-US" sz="1600"/>
              <a:t xml:space="preserve">첫</a:t>
            </a:r>
            <a:r>
              <a:rPr lang="en-US" sz="1600"/>
              <a:t xml:space="preserve"> </a:t>
            </a:r>
            <a:r>
              <a:rPr lang="en-US" sz="1600"/>
              <a:t xml:space="preserve">번째</a:t>
            </a:r>
            <a:r>
              <a:rPr lang="en-US" sz="1600"/>
              <a:t xml:space="preserve"> </a:t>
            </a:r>
            <a:r>
              <a:rPr lang="en-US" sz="16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600"/>
              <a:t xml:space="preserve">두</a:t>
            </a:r>
            <a:r>
              <a:rPr lang="en-US" sz="1600"/>
              <a:t xml:space="preserve"> </a:t>
            </a:r>
            <a:r>
              <a:rPr lang="en-US" sz="1600"/>
              <a:t xml:space="preserve">번째</a:t>
            </a:r>
            <a:r>
              <a:rPr lang="en-US" sz="1600"/>
              <a:t xml:space="preserve"> </a:t>
            </a:r>
            <a:r>
              <a:rPr lang="en-US" sz="1600"/>
              <a:t xml:space="preserve">항목</a:t>
            </a:r>
            <a:r>
              <a:rPr lang="en-US" sz="1600"/>
              <a:t xml:space="preserve"> </a:t>
            </a:r>
            <a:r>
              <a:rPr lang="en-US" sz="1600"/>
              <a:t xml:space="preserve">-</a:t>
            </a:r>
            <a:r>
              <a:rPr lang="en-US" sz="1600"/>
              <a:t xml:space="preserve"> </a:t>
            </a:r>
            <a:r>
              <a:rPr lang="en-US" sz="1600"/>
              <a:t xml:space="preserve">중첩된</a:t>
            </a:r>
            <a:r>
              <a:rPr lang="en-US" sz="1600"/>
              <a:t xml:space="preserve"> </a:t>
            </a:r>
            <a:r>
              <a:rPr lang="en-US" sz="1600"/>
              <a:t xml:space="preserve">항목</a:t>
            </a:r>
            <a:r>
              <a:rPr lang="en-US" sz="1600"/>
              <a:t xml:space="preserve"> </a:t>
            </a:r>
            <a:r>
              <a:rPr lang="en-US" sz="1600"/>
              <a:t xml:space="preserve">-</a:t>
            </a:r>
            <a:r>
              <a:rPr lang="en-US" sz="1600"/>
              <a:t xml:space="preserve"> </a:t>
            </a:r>
            <a:r>
              <a:rPr lang="en-US" sz="1600"/>
              <a:t xml:space="preserve">또</a:t>
            </a:r>
            <a:r>
              <a:rPr lang="en-US" sz="1600"/>
              <a:t xml:space="preserve"> </a:t>
            </a:r>
            <a:r>
              <a:rPr lang="en-US" sz="1600"/>
              <a:t xml:space="preserve">하나의</a:t>
            </a:r>
            <a:r>
              <a:rPr lang="en-US" sz="1600"/>
              <a:t xml:space="preserve"> </a:t>
            </a:r>
            <a:r>
              <a:rPr lang="en-US" sz="1600"/>
              <a:t xml:space="preserve">중첩</a:t>
            </a:r>
            <a:r>
              <a:rPr lang="en-US" sz="1600"/>
              <a:t xml:space="preserve"> </a:t>
            </a:r>
            <a:r>
              <a:rPr lang="en-US" sz="16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600"/>
              <a:t xml:space="preserve">세</a:t>
            </a:r>
            <a:r>
              <a:rPr lang="en-US" sz="1600"/>
              <a:t xml:space="preserve"> </a:t>
            </a:r>
            <a:r>
              <a:rPr lang="en-US" sz="1600"/>
              <a:t xml:space="preserve">번째</a:t>
            </a:r>
            <a:r>
              <a:rPr lang="en-US" sz="1600"/>
              <a:t xml:space="preserve"> </a:t>
            </a:r>
            <a:r>
              <a:rPr lang="en-US" sz="16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600"/>
              <a:t xml:space="preserve">순서가</a:t>
            </a:r>
            <a:r>
              <a:rPr lang="en-US" sz="1600"/>
              <a:t xml:space="preserve"> </a:t>
            </a:r>
            <a:r>
              <a:rPr lang="en-US" sz="1600"/>
              <a:t xml:space="preserve">있는</a:t>
            </a:r>
            <a:r>
              <a:rPr lang="en-US" sz="1600"/>
              <a:t xml:space="preserve"> </a:t>
            </a:r>
            <a:r>
              <a:rPr lang="en-US" sz="16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600"/>
              <a:t xml:space="preserve">두</a:t>
            </a:r>
            <a:r>
              <a:rPr lang="en-US" sz="1600"/>
              <a:t xml:space="preserve"> </a:t>
            </a:r>
            <a:r>
              <a:rPr lang="en-US" sz="16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600"/>
              <a:t xml:space="preserve">세</a:t>
            </a:r>
            <a:r>
              <a:rPr lang="en-US" sz="1600"/>
              <a:t xml:space="preserve"> </a:t>
            </a:r>
            <a:r>
              <a:rPr lang="en-US" sz="1600"/>
              <a:t xml:space="preserve">번째</a:t>
            </a:r>
          </a:p>
          <a:p>
            <a:pPr marL="342900" indent="-285750" lvl="0">
              <a:buChar char="•"/>
            </a:pPr>
            <a:r>
              <a:rPr lang="en-US" sz="1600"/>
              <a:t xml:space="preserve">☒</a:t>
            </a:r>
            <a:r>
              <a:rPr lang="en-US" sz="1600"/>
              <a:t xml:space="preserve"> </a:t>
            </a:r>
            <a:r>
              <a:rPr lang="en-US" sz="1600"/>
              <a:t xml:space="preserve">끝난</a:t>
            </a:r>
            <a:r>
              <a:rPr lang="en-US" sz="1600"/>
              <a:t xml:space="preserve"> </a:t>
            </a:r>
            <a:r>
              <a:rPr lang="en-US" sz="1600"/>
              <a:t xml:space="preserve">일</a:t>
            </a:r>
          </a:p>
          <a:p>
            <a:pPr marL="342900" indent="-285750" lvl="0">
              <a:buChar char="•"/>
            </a:pPr>
            <a:r>
              <a:rPr lang="en-US" sz="1600"/>
              <a:t xml:space="preserve">☐</a:t>
            </a:r>
            <a:r>
              <a:rPr lang="en-US" sz="1600"/>
              <a:t xml:space="preserve"> </a:t>
            </a:r>
            <a:r>
              <a:rPr lang="en-US" sz="1600"/>
              <a:t xml:space="preserve">남은</a:t>
            </a:r>
            <a:r>
              <a:rPr lang="en-US" sz="1600"/>
              <a:t xml:space="preserve"> </a:t>
            </a:r>
            <a:r>
              <a:rPr lang="en-US" sz="1600"/>
              <a:t xml:space="preserve">일</a:t>
            </a:r>
          </a:p>
          <a:p>
            <a:pPr marL="0" indent="0" lvl="0">
              <a:buNone/>
            </a:pPr>
            <a:r>
              <a:rPr lang="en-US" sz="1600" b="1"/>
              <a:t xml:space="preserve">용어</a:t>
            </a:r>
          </a:p>
          <a:p>
            <a:pPr marL="685800" indent="-285750" lvl="1">
              <a:buChar char="•"/>
            </a:pPr>
            <a:r>
              <a:rPr lang="en-US" sz="1600"/>
              <a:t xml:space="preserve">용어에</a:t>
            </a:r>
            <a:r>
              <a:rPr lang="en-US" sz="1600"/>
              <a:t xml:space="preserve"> </a:t>
            </a:r>
            <a:r>
              <a:rPr lang="en-US" sz="1600"/>
              <a:t xml:space="preserve">대한</a:t>
            </a:r>
            <a:r>
              <a:rPr lang="en-US" sz="1600"/>
              <a:t xml:space="preserve"> </a:t>
            </a:r>
            <a:r>
              <a:rPr lang="en-US" sz="1600"/>
              <a:t xml:space="preserve">정의입니다.</a:t>
            </a:r>
          </a:p>
          <a:p>
            <a:pPr marL="0" indent="0" lvl="0">
              <a:buNone/>
            </a:pPr>
            <a:r>
              <a:rPr lang="en-US" sz="1600" b="1"/>
              <a:t xml:space="preserve">Pandoc</a:t>
            </a:r>
          </a:p>
          <a:p>
            <a:pPr marL="685800" indent="-285750" lvl="1">
              <a:buChar char="•"/>
            </a:pPr>
            <a:r>
              <a:rPr lang="en-US" sz="1600"/>
              <a:t xml:space="preserve">범용</a:t>
            </a:r>
            <a:r>
              <a:rPr lang="en-US" sz="1600"/>
              <a:t xml:space="preserve"> </a:t>
            </a:r>
            <a:r>
              <a:rPr lang="en-US" sz="1600"/>
              <a:t xml:space="preserve">문서</a:t>
            </a:r>
            <a:r>
              <a:rPr lang="en-US" sz="1600"/>
              <a:t xml:space="preserve"> </a:t>
            </a:r>
            <a:r>
              <a:rPr lang="en-US" sz="1600"/>
              <a:t xml:space="preserve">변환기.</a:t>
            </a:r>
            <a:r>
              <a:rPr lang="en-US" sz="1600"/>
              <a:t xml:space="preserve"> </a:t>
            </a:r>
            <a:r>
              <a:rPr lang="en-US" sz="1600"/>
              <a:t xml:space="preserve">이</a:t>
            </a:r>
            <a:r>
              <a:rPr lang="en-US" sz="1600"/>
              <a:t xml:space="preserve"> </a:t>
            </a:r>
            <a:r>
              <a:rPr lang="en-US" sz="1600"/>
              <a:t xml:space="preserve">프로그램은</a:t>
            </a:r>
            <a:r>
              <a:rPr lang="en-US" sz="1600"/>
              <a:t xml:space="preserve"> </a:t>
            </a:r>
            <a:r>
              <a:rPr lang="en-US" sz="1600"/>
              <a:t xml:space="preserve">같은</a:t>
            </a:r>
            <a:r>
              <a:rPr lang="en-US" sz="1600"/>
              <a:t xml:space="preserve"> </a:t>
            </a:r>
            <a:r>
              <a:rPr lang="en-US" sz="1600"/>
              <a:t xml:space="preserve">형식</a:t>
            </a:r>
            <a:r>
              <a:rPr lang="en-US" sz="1600"/>
              <a:t xml:space="preserve"> </a:t>
            </a:r>
            <a:r>
              <a:rPr lang="en-US" sz="1600"/>
              <a:t xml:space="preserve">집합을</a:t>
            </a:r>
            <a:r>
              <a:rPr lang="en-US" sz="1600"/>
              <a:t xml:space="preserve"> </a:t>
            </a:r>
            <a:r>
              <a:rPr lang="en-US" sz="1600"/>
              <a:t xml:space="preserve">자체</a:t>
            </a:r>
            <a:r>
              <a:rPr lang="en-US" sz="1600"/>
              <a:t xml:space="preserve"> </a:t>
            </a:r>
            <a:r>
              <a:rPr lang="en-US" sz="1600"/>
              <a:t xml:space="preserve">엔진으로</a:t>
            </a:r>
            <a:r>
              <a:rPr lang="en-US" sz="1600"/>
              <a:t xml:space="preserve"> </a:t>
            </a:r>
            <a:r>
              <a:rPr lang="en-US" sz="1600"/>
              <a:t xml:space="preserve">다룹니다.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코드 (Code)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4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4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400">
                <a:latin typeface="Consolas"/>
              </a:rPr>
              <a:t xml:space="preserve">greet('world')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표 (Table)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인용과 수식 (Quote and math)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85800" indent="-285750" lvl="1">
              <a:buChar char="•"/>
            </a:pPr>
            <a:r>
              <a:rPr lang="en-US" sz="2000" i="1"/>
              <a:t xml:space="preserve">좋은</a:t>
            </a:r>
            <a:r>
              <a:rPr lang="en-US" sz="2000" i="1"/>
              <a:t xml:space="preserve"> </a:t>
            </a:r>
            <a:r>
              <a:rPr lang="en-US" sz="2000" i="1"/>
              <a:t xml:space="preserve">문서는</a:t>
            </a:r>
            <a:r>
              <a:rPr lang="en-US" sz="2000" i="1"/>
              <a:t xml:space="preserve"> </a:t>
            </a:r>
            <a:r>
              <a:rPr lang="en-US" sz="2000" i="1"/>
              <a:t xml:space="preserve">어떤</a:t>
            </a:r>
            <a:r>
              <a:rPr lang="en-US" sz="2000" i="1"/>
              <a:t xml:space="preserve"> </a:t>
            </a:r>
            <a:r>
              <a:rPr lang="en-US" sz="2000" i="1"/>
              <a:t xml:space="preserve">형식으로도</a:t>
            </a:r>
            <a:r>
              <a:rPr lang="en-US" sz="2000" i="1"/>
              <a:t xml:space="preserve"> </a:t>
            </a:r>
            <a:r>
              <a:rPr lang="en-US" sz="2000" i="1"/>
              <a:t xml:space="preserve">읽힙니다.</a:t>
            </a:r>
            <a:r>
              <a:rPr lang="en-US" sz="2000" i="1"/>
              <a:t xml:space="preserve"> </a:t>
            </a:r>
            <a:r>
              <a:rPr lang="en-US" sz="2000" i="1"/>
              <a:t xml:space="preserve">—</a:t>
            </a:r>
            <a:r>
              <a:rPr lang="en-US" sz="2000" i="1"/>
              <a:t xml:space="preserve"> </a:t>
            </a:r>
            <a:r>
              <a:rPr lang="en-US" sz="2000" i="1"/>
              <a:t xml:space="preserve">누군가</a:t>
            </a:r>
          </a:p>
          <a:p>
            <a:pPr marL="0" indent="0" lvl="0">
              <a:buNone/>
            </a:pPr>
            <a:r>
              <a:rPr lang="en-US" sz="2000"/>
              <a:t xml:space="preserve">인라인</a:t>
            </a:r>
            <a:r>
              <a:rPr lang="en-US" sz="2000"/>
              <a:t xml:space="preserve"> </a:t>
            </a:r>
            <a:r>
              <a:rPr lang="en-US" sz="2000"/>
              <a:t xml:space="preserve">수식</a:t>
            </a:r>
            <a:r>
              <a:rPr lang="en-US" sz="2000"/>
              <a:t xml:space="preserve"> </a:t>
            </a:r>
            <a:r>
              <a:rPr lang="en-US" sz="2000" i="1"/>
              <a:t xml:space="preserve">E = mc^2</a:t>
            </a:r>
            <a:r>
              <a:rPr lang="en-US" sz="2000"/>
              <a:t xml:space="preserve"> </a:t>
            </a:r>
            <a:r>
              <a:rPr lang="en-US" sz="2000"/>
              <a:t xml:space="preserve">과</a:t>
            </a:r>
            <a:r>
              <a:rPr lang="en-US" sz="2000"/>
              <a:t xml:space="preserve"> </a:t>
            </a:r>
            <a:r>
              <a:rPr lang="en-US" sz="2000"/>
              <a:t xml:space="preserve">블록</a:t>
            </a:r>
            <a:r>
              <a:rPr lang="en-US" sz="2000"/>
              <a:t xml:space="preserve"> </a:t>
            </a:r>
            <a:r>
              <a:rPr lang="en-US" sz="2000"/>
              <a:t xml:space="preserve">수식:</a:t>
            </a:r>
          </a:p>
          <a:p>
            <a:pPr marL="0" indent="0" lvl="0">
              <a:buNone/>
            </a:pPr>
            <a:r>
              <a:rPr lang="en-US" sz="2000" i="1"/>
              <a:t xml:space="preserve"/>
            </a:r>
          </a:p>
          <a:p>
            <a:pPr marL="0" indent="0" lvl="0">
              <a:buNone/>
            </a:pPr>
            <a:r>
              <a:rPr lang="en-US" sz="2000"/>
              <a:t xml:space="preserve">int_0^1</a:t>
            </a:r>
            <a:r>
              <a:rPr lang="en-US" sz="2000"/>
              <a:t xml:space="preserve"> </a:t>
            </a:r>
            <a:r>
              <a:rPr lang="en-US" sz="2000"/>
              <a:t xml:space="preserve">x^2</a:t>
            </a:r>
            <a:r>
              <a:rPr lang="en-US" sz="2000"/>
              <a:t xml:space="preserve">,dx</a:t>
            </a:r>
            <a:r>
              <a:rPr lang="en-US" sz="2000"/>
              <a:t xml:space="preserve"> </a:t>
            </a:r>
            <a:r>
              <a:rPr lang="en-US" sz="2000"/>
              <a:t xml:space="preserve">=</a:t>
            </a:r>
            <a:r>
              <a:rPr lang="en-US" sz="2000"/>
              <a:t xml:space="preserve"> </a:t>
            </a:r>
            <a:r>
              <a:rPr lang="en-US" sz="2000"/>
              <a:t xml:space="preserve">frac{1}{3}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각주와 그림 (Footnote and figure)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각주가</a:t>
            </a:r>
            <a:r>
              <a:rPr lang="en-US" sz="2000"/>
              <a:t xml:space="preserve"> </a:t>
            </a:r>
            <a:r>
              <a:rPr lang="en-US" sz="2000"/>
              <a:t xml:space="preserve">붙은</a:t>
            </a:r>
            <a:r>
              <a:rPr lang="en-US" sz="2000"/>
              <a:t xml:space="preserve"> </a:t>
            </a:r>
            <a:r>
              <a:rPr lang="en-US" sz="2000"/>
              <a:t xml:space="preserve">문장입니다.</a:t>
            </a:r>
            <a:r>
              <a:rPr lang="en-US" sz="2000"/>
              <a:t xml:space="preserve"> </a:t>
            </a:r>
            <a:r>
              <a:rPr lang="en-US" sz="2000"/>
              <a:t xml:space="preserve">[#]_</a:t>
            </a:r>
            <a:r>
              <a:rPr lang="en-US" sz="2000"/>
              <a:t xml:space="preserve"> </a:t>
            </a:r>
            <a:r>
              <a:rPr lang="en-US" sz="2000"/>
              <a:t xml:space="preserve">자동</a:t>
            </a:r>
            <a:r>
              <a:rPr lang="en-US" sz="2000"/>
              <a:t xml:space="preserve"> </a:t>
            </a:r>
            <a:r>
              <a:rPr lang="en-US" sz="2000"/>
              <a:t xml:space="preserve">링크</a:t>
            </a:r>
            <a:r>
              <a:rPr lang="en-US" sz="2000"/>
              <a:t xml:space="preserve"> </a:t>
            </a:r>
            <a:r>
              <a:rPr lang="en-US" sz="2000"/>
              <a:t xml:space="preserve">https://pandoc.org</a:t>
            </a:r>
            <a:r>
              <a:rPr lang="en-US" sz="2000"/>
              <a:t xml:space="preserve"> </a:t>
            </a:r>
            <a:r>
              <a:rPr lang="en-US" sz="2000"/>
              <a:t xml:space="preserve">와</a:t>
            </a:r>
            <a:r>
              <a:rPr lang="en-US" sz="2000"/>
              <a:t xml:space="preserve"> </a:t>
            </a:r>
            <a:r>
              <a:rPr lang="en-US" sz="2000"/>
              <a:t xml:space="preserve">mailto:knix008@naver.com</a:t>
            </a:r>
            <a:r>
              <a:rPr lang="en-US" sz="2000"/>
              <a:t xml:space="preserve"> </a:t>
            </a:r>
            <a:r>
              <a:rPr lang="en-US" sz="2000"/>
              <a:t xml:space="preserve">도</a:t>
            </a:r>
            <a:r>
              <a:rPr lang="en-US" sz="2000"/>
              <a:t xml:space="preserve"> </a:t>
            </a:r>
            <a:r>
              <a:rPr lang="en-US" sz="2000"/>
              <a:t xml:space="preserve">있습니다.</a:t>
            </a:r>
          </a:p>
          <a:p>
            <a:pPr marL="0" indent="0" lvl="0">
              <a:buNone/>
            </a:pPr>
            <a:r>
              <a:rPr lang="en-US" sz="2000" i="1"/>
              <a:t xml:space="preserve">[image: ../public/app-icon.svg]</a:t>
            </a:r>
          </a:p>
          <a:p>
            <a:pPr marL="0" indent="0" lvl="0">
              <a:buNone/>
            </a:pPr>
            <a:r>
              <a:rPr lang="en-US" sz="2000"/>
              <a:t xml:space="preserve">:alt:</a:t>
            </a:r>
            <a:r>
              <a:rPr lang="en-US" sz="2000"/>
              <a:t xml:space="preserve"> </a:t>
            </a:r>
            <a:r>
              <a:rPr lang="en-US" sz="2000"/>
              <a:t xml:space="preserve">프로그램</a:t>
            </a:r>
            <a:r>
              <a:rPr lang="en-US" sz="2000"/>
              <a:t xml:space="preserve"> </a:t>
            </a:r>
            <a:r>
              <a:rPr lang="en-US" sz="2000"/>
              <a:t xml:space="preserve">아이콘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마지막</a:t>
            </a:r>
            <a:r>
              <a:rPr lang="en-US" sz="2000"/>
              <a:t xml:space="preserve"> </a:t>
            </a:r>
            <a:r>
              <a:rPr lang="en-US" sz="2000"/>
              <a:t xml:space="preserve">문단입니다.</a:t>
            </a:r>
            <a:r>
              <a:rPr lang="en-US" sz="2000"/>
              <a:t xml:space="preserve"> </a:t>
            </a:r>
            <a:r>
              <a:rPr lang="en-US" sz="2000"/>
              <a:t xml:space="preserve">줄</a:t>
            </a:r>
            <a:r>
              <a:rPr lang="en-US" sz="2000"/>
              <a:t xml:space="preserve"> </a:t>
            </a:r>
            <a:r>
              <a:rPr lang="en-US" sz="2000"/>
              <a:t xml:space="preserve">끝에</a:t>
            </a:r>
            <a:r>
              <a:rPr lang="en-US" sz="2000"/>
              <a:t xml:space="preserve"> </a:t>
            </a:r>
            <a:r>
              <a:rPr lang="en-US" sz="2000"/>
              <a:t xml:space="preserve">두</a:t>
            </a:r>
            <a:r>
              <a:rPr lang="en-US" sz="2000"/>
              <a:t xml:space="preserve"> </a:t>
            </a:r>
            <a:r>
              <a:rPr lang="en-US" sz="2000"/>
              <a:t xml:space="preserve">칸을</a:t>
            </a:r>
            <a:r>
              <a:rPr lang="en-US" sz="2000"/>
              <a:t xml:space="preserve"> </a:t>
            </a:r>
            <a:r>
              <a:rPr lang="en-US" sz="2000"/>
              <a:t xml:space="preserve">두면</a:t>
            </a:r>
            <a:r>
              <a:rPr lang="en-US" sz="2000"/>
              <a:t xml:space="preserve"> </a:t>
            </a:r>
            <a:r>
              <a:rPr lang="en-US" sz="2000"/>
              <a:t xml:space="preserve">강제</a:t>
            </a:r>
            <a:r>
              <a:rPr lang="en-US" sz="2000"/>
              <a:t xml:space="preserve"> </a:t>
            </a:r>
            <a:r>
              <a:rPr lang="en-US" sz="2000"/>
              <a:t xml:space="preserve">줄바꿈이</a:t>
            </a:r>
            <a:r>
              <a:rPr lang="en-US" sz="2000"/>
              <a:t xml:space="preserve"> </a:t>
            </a:r>
            <a:r>
              <a:rPr lang="en-US" sz="2000"/>
              <a:t xml:space="preserve">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Document Converter 샘플 문서</dc:title>
  <dc:creator/>
  <dcterms:created xsi:type="dcterms:W3CDTF">2026-09-22T05:17:30.957Z</dcterms:created>
</cp:coreProperties>
</file>