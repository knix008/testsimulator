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  <a:r>
              <a:rPr lang="en-US" sz="1400"/>
              <a:t xml:space="preserve"> </a:t>
            </a:r>
            <a:r>
              <a:rPr lang="en-US" sz="1400"/>
              <a:t xml:space="preserve">itemize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 i="1"/>
              <a:t xml:space="preserve">\boxtimes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 i="1"/>
              <a:t xml:space="preserve">\square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400"/>
              <a:t xml:space="preserve">[htbp]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[image: ../public/app-icon.svg]</a:t>
            </a:r>
          </a:p>
          <a:p>
            <a:pPr marL="0" indent="0" lvl="0">
              <a:buNone/>
            </a:pPr>
            <a:r>
              <a:rPr lang="en-US" sz="1400"/>
              <a:t xml:space="preserve">0.5</a:t>
            </a:r>
            <a:r>
              <a:rPr lang="en-US" sz="1400"/>
              <a:t xml:space="preserve">0.5pt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</a:t>
            </a:r>
            <a:br/>
            <a:r>
              <a:rPr lang="en-US" sz="1400"/>
              <a:t xml:space="preserve"> </a:t>
            </a:r>
            <a:r>
              <a:rPr lang="en-US" sz="1400"/>
              <a:t xml:space="preserve">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2026-09-22T05:17:30.761Z</dcterms:created>
</cp:coreProperties>
</file>