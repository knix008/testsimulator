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</p:sldIdLst>
  <p:sldSz cx="9144000" cy="6858000" type="screen4x3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3200" b="1">
          <a:latin typeface="+mj-lt"/>
        </a:defRPr>
      </a:lvl1pPr>
    </p:titleStyle>
    <p:bodyStyle>
      <a:lvl1pPr marL="342900" indent="-342900">
        <a:buChar char="•"/>
        <a:defRPr sz="2000"/>
      </a:lvl1pPr>
      <a:lvl2pPr marL="742950" indent="-285750">
        <a:buChar char="–"/>
        <a:defRPr sz="1800"/>
      </a:lvl2pPr>
      <a:lvl3pPr marL="1143000" indent="-228600">
        <a:buChar char="•"/>
        <a:defRPr sz="1600"/>
      </a:lvl3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My Document Converter 샘플 문서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소개 (Introduction)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문서는</a:t>
            </a:r>
            <a:r>
              <a:rPr lang="en-US" sz="1400"/>
              <a:t xml:space="preserve"> </a:t>
            </a:r>
            <a:r>
              <a:rPr lang="en-US" sz="1400" b="1"/>
              <a:t xml:space="preserve">My</a:t>
            </a:r>
            <a:r>
              <a:rPr lang="en-US" sz="1400" b="1"/>
              <a:t xml:space="preserve"> </a:t>
            </a:r>
            <a:r>
              <a:rPr lang="en-US" sz="1400" b="1"/>
              <a:t xml:space="preserve">Document</a:t>
            </a:r>
            <a:r>
              <a:rPr lang="en-US" sz="1400" b="1"/>
              <a:t xml:space="preserve"> </a:t>
            </a:r>
            <a:r>
              <a:rPr lang="en-US" sz="1400" b="1"/>
              <a:t xml:space="preserve">Converter</a:t>
            </a:r>
            <a:r>
              <a:rPr lang="en-US" sz="1400"/>
              <a:t xml:space="preserve"> </a:t>
            </a:r>
            <a:r>
              <a:rPr lang="en-US" sz="1400"/>
              <a:t xml:space="preserve">가</a:t>
            </a:r>
            <a:r>
              <a:rPr lang="en-US" sz="1400"/>
              <a:t xml:space="preserve"> </a:t>
            </a:r>
            <a:r>
              <a:rPr lang="en-US" sz="1400"/>
              <a:t xml:space="preserve">지원하는</a:t>
            </a:r>
            <a:r>
              <a:rPr lang="en-US" sz="1400"/>
              <a:t xml:space="preserve"> </a:t>
            </a:r>
            <a:r>
              <a:rPr lang="en-US" sz="1400"/>
              <a:t xml:space="preserve">모든</a:t>
            </a:r>
            <a:r>
              <a:rPr lang="en-US" sz="1400"/>
              <a:t xml:space="preserve"> </a:t>
            </a:r>
            <a:r>
              <a:rPr lang="en-US" sz="1400"/>
              <a:t xml:space="preserve">출력</a:t>
            </a:r>
            <a:r>
              <a:rPr lang="en-US" sz="1400"/>
              <a:t xml:space="preserve"> </a:t>
            </a:r>
            <a:r>
              <a:rPr lang="en-US" sz="1400"/>
              <a:t xml:space="preserve">형식의</a:t>
            </a:r>
            <a:r>
              <a:rPr lang="en-US" sz="1400"/>
              <a:t xml:space="preserve"> </a:t>
            </a:r>
            <a:r>
              <a:rPr lang="en-US" sz="1400"/>
              <a:t xml:space="preserve">샘플을</a:t>
            </a:r>
            <a:r>
              <a:rPr lang="en-US" sz="1400"/>
              <a:t xml:space="preserve"> </a:t>
            </a:r>
            <a:r>
              <a:rPr lang="en-US" sz="1400"/>
              <a:t xml:space="preserve">만드는</a:t>
            </a:r>
            <a:r>
              <a:rPr lang="en-US" sz="1400"/>
              <a:t xml:space="preserve"> </a:t>
            </a:r>
            <a:r>
              <a:rPr lang="en-US" sz="1400"/>
              <a:t xml:space="preserve">데</a:t>
            </a:r>
            <a:r>
              <a:rPr lang="en-US" sz="1400"/>
              <a:t xml:space="preserve"> </a:t>
            </a:r>
            <a:r>
              <a:rPr lang="en-US" sz="1400"/>
              <a:t xml:space="preserve">쓰이는</a:t>
            </a:r>
            <a:r>
              <a:rPr lang="en-US" sz="1400"/>
              <a:t xml:space="preserve"> </a:t>
            </a:r>
            <a:r>
              <a:rPr lang="en-US" sz="1400"/>
              <a:t xml:space="preserve">원본입니다.</a:t>
            </a:r>
            <a:r>
              <a:rPr lang="en-US" sz="1400"/>
              <a:t xml:space="preserve"> </a:t>
            </a:r>
            <a:r>
              <a:rPr lang="en-US" sz="1400" i="1"/>
              <a:t xml:space="preserve">강조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b="1"/>
              <a:t xml:space="preserve">굵게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 strike="sngStrike"/>
              <a:t xml:space="preserve">취소선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>
                <a:latin typeface="Consolas"/>
              </a:rPr>
              <a:t xml:space="preserve">인라인 코드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H~2~O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x</a:t>
            </a:r>
            <a:r>
              <a:rPr lang="en-US" sz="1400" baseline="30000"/>
              <a:t xml:space="preserve">2</a:t>
            </a:r>
            <a:r>
              <a:rPr lang="en-US" sz="1400"/>
              <a:t xml:space="preserve">,</a:t>
            </a:r>
            <a:r>
              <a:rPr lang="en-US" sz="1400"/>
              <a:t xml:space="preserve"> </a:t>
            </a:r>
            <a:r>
              <a:rPr lang="en-US" sz="1400"/>
              <a:t xml:space="preserve">그리고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담고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  <a:r>
              <a:rPr lang="en-US" sz="1400"/>
              <a:t xml:space="preserve"> </a:t>
            </a:r>
            <a:r>
              <a:rPr lang="en-US" sz="1400"/>
              <a:t xml:space="preserve">This</a:t>
            </a:r>
            <a:r>
              <a:rPr lang="en-US" sz="1400"/>
              <a:t xml:space="preserve"> </a:t>
            </a:r>
            <a:r>
              <a:rPr lang="en-US" sz="1400"/>
              <a:t xml:space="preserve">paragraph</a:t>
            </a:r>
            <a:r>
              <a:rPr lang="en-US" sz="1400"/>
              <a:t xml:space="preserve"> </a:t>
            </a:r>
            <a:r>
              <a:rPr lang="en-US" sz="1400"/>
              <a:t xml:space="preserve">is</a:t>
            </a:r>
            <a:r>
              <a:rPr lang="en-US" sz="1400"/>
              <a:t xml:space="preserve"> </a:t>
            </a:r>
            <a:r>
              <a:rPr lang="en-US" sz="1400"/>
              <a:t xml:space="preserve">in</a:t>
            </a:r>
            <a:r>
              <a:rPr lang="en-US" sz="1400"/>
              <a:t xml:space="preserve"> </a:t>
            </a:r>
            <a:r>
              <a:rPr lang="en-US" sz="1400"/>
              <a:t xml:space="preserve">English</a:t>
            </a:r>
            <a:r>
              <a:rPr lang="en-US" sz="1400"/>
              <a:t xml:space="preserve"> </a:t>
            </a:r>
            <a:r>
              <a:rPr lang="en-US" sz="1400"/>
              <a:t xml:space="preserve">so</a:t>
            </a:r>
            <a:r>
              <a:rPr lang="en-US" sz="1400"/>
              <a:t xml:space="preserve"> </a:t>
            </a:r>
            <a:r>
              <a:rPr lang="en-US" sz="1400"/>
              <a:t xml:space="preserve">that</a:t>
            </a:r>
            <a:r>
              <a:rPr lang="en-US" sz="1400"/>
              <a:t xml:space="preserve"> </a:t>
            </a:r>
            <a:r>
              <a:rPr lang="en-US" sz="1400"/>
              <a:t xml:space="preserve">Latin-only</a:t>
            </a:r>
            <a:r>
              <a:rPr lang="en-US" sz="1400"/>
              <a:t xml:space="preserve"> </a:t>
            </a:r>
            <a:r>
              <a:rPr lang="en-US" sz="1400"/>
              <a:t xml:space="preserve">formats</a:t>
            </a:r>
            <a:r>
              <a:rPr lang="en-US" sz="1400"/>
              <a:t xml:space="preserve"> </a:t>
            </a:r>
            <a:r>
              <a:rPr lang="en-US" sz="1400"/>
              <a:t xml:space="preserve">still</a:t>
            </a:r>
            <a:r>
              <a:rPr lang="en-US" sz="1400"/>
              <a:t xml:space="preserve"> </a:t>
            </a:r>
            <a:r>
              <a:rPr lang="en-US" sz="1400"/>
              <a:t xml:space="preserve">show</a:t>
            </a:r>
            <a:r>
              <a:rPr lang="en-US" sz="1400"/>
              <a:t xml:space="preserve"> </a:t>
            </a:r>
            <a:r>
              <a:rPr lang="en-US" sz="1400"/>
              <a:t xml:space="preserve">something</a:t>
            </a:r>
            <a:r>
              <a:rPr lang="en-US" sz="1400"/>
              <a:t xml:space="preserve"> </a:t>
            </a:r>
            <a:r>
              <a:rPr lang="en-US" sz="1400"/>
              <a:t xml:space="preserve">readable.</a:t>
            </a:r>
          </a:p>
          <a:p>
            <a:pPr marL="0" indent="0" lvl="0">
              <a:buNone/>
            </a:pPr>
            <a:r>
              <a:rPr lang="en-US" sz="1800" b="1"/>
              <a:t xml:space="preserve">목록</a:t>
            </a:r>
            <a:r>
              <a:rPr lang="en-US" sz="1800" b="1"/>
              <a:t xml:space="preserve"> </a:t>
            </a:r>
            <a:r>
              <a:rPr lang="en-US" sz="1800" b="1"/>
              <a:t xml:space="preserve">(Lists)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첫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중첩된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685800" indent="-285750" lvl="1">
              <a:buChar char="•"/>
            </a:pPr>
            <a:r>
              <a:rPr lang="en-US" sz="1400"/>
              <a:t xml:space="preserve">또</a:t>
            </a:r>
            <a:r>
              <a:rPr lang="en-US" sz="1400"/>
              <a:t xml:space="preserve"> </a:t>
            </a:r>
            <a:r>
              <a:rPr lang="en-US" sz="1400"/>
              <a:t xml:space="preserve">하나의</a:t>
            </a:r>
            <a:r>
              <a:rPr lang="en-US" sz="1400"/>
              <a:t xml:space="preserve"> </a:t>
            </a:r>
            <a:r>
              <a:rPr lang="en-US" sz="1400"/>
              <a:t xml:space="preserve">중첩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순서가</a:t>
            </a:r>
            <a:r>
              <a:rPr lang="en-US" sz="1400"/>
              <a:t xml:space="preserve"> </a:t>
            </a:r>
            <a:r>
              <a:rPr lang="en-US" sz="1400"/>
              <a:t xml:space="preserve">있는</a:t>
            </a:r>
            <a:r>
              <a:rPr lang="en-US" sz="1400"/>
              <a:t xml:space="preserve"> </a:t>
            </a:r>
            <a:r>
              <a:rPr lang="en-US" sz="1400"/>
              <a:t xml:space="preserve">항목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두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AutoNum type="arabicPeriod"/>
            </a:pPr>
            <a:r>
              <a:rPr lang="en-US" sz="1400"/>
              <a:t xml:space="preserve">세</a:t>
            </a:r>
            <a:r>
              <a:rPr lang="en-US" sz="1400"/>
              <a:t xml:space="preserve"> </a:t>
            </a:r>
            <a:r>
              <a:rPr lang="en-US" sz="1400"/>
              <a:t xml:space="preserve">번째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끝난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342900" indent="-285750" lvl="0">
              <a:buChar char="•"/>
            </a:pPr>
            <a:r>
              <a:rPr lang="en-US" sz="1400"/>
              <a:t xml:space="preserve">남은</a:t>
            </a:r>
            <a:r>
              <a:rPr lang="en-US" sz="1400"/>
              <a:t xml:space="preserve"> </a:t>
            </a:r>
            <a:r>
              <a:rPr lang="en-US" sz="1400"/>
              <a:t xml:space="preserve">일</a:t>
            </a:r>
          </a:p>
          <a:p>
            <a:pPr marL="0" indent="0" lvl="0">
              <a:buNone/>
            </a:pPr>
            <a:r>
              <a:rPr lang="en-US" sz="1400"/>
              <a:t xml:space="preserve">-</a:t>
            </a:r>
            <a:r>
              <a:rPr lang="en-US" sz="1400"/>
              <a:t xml:space="preserve"> </a:t>
            </a:r>
            <a:r>
              <a:rPr lang="en-US" sz="1400"/>
              <a:t xml:space="preserve">용어</a:t>
            </a:r>
            <a:r>
              <a:rPr lang="en-US" sz="1400"/>
              <a:t xml:space="preserve"> </a:t>
            </a:r>
            <a:r>
              <a:rPr lang="en-US" sz="1400"/>
              <a:t xml:space="preserve">:=</a:t>
            </a:r>
            <a:r>
              <a:rPr lang="en-US" sz="1400"/>
              <a:t xml:space="preserve"> </a:t>
            </a:r>
            <a:r>
              <a:rPr lang="en-US" sz="1400"/>
              <a:t xml:space="preserve">용어에</a:t>
            </a:r>
            <a:r>
              <a:rPr lang="en-US" sz="1400"/>
              <a:t xml:space="preserve"> </a:t>
            </a:r>
            <a:r>
              <a:rPr lang="en-US" sz="1400"/>
              <a:t xml:space="preserve">대한</a:t>
            </a:r>
            <a:r>
              <a:rPr lang="en-US" sz="1400"/>
              <a:t xml:space="preserve"> </a:t>
            </a:r>
            <a:r>
              <a:rPr lang="en-US" sz="1400"/>
              <a:t xml:space="preserve">정의입니다.</a:t>
            </a:r>
            <a:r>
              <a:rPr lang="en-US" sz="1400"/>
              <a:t xml:space="preserve"> </a:t>
            </a:r>
            <a:r>
              <a:rPr lang="en-US" sz="1400"/>
              <a:t xml:space="preserve">-</a:t>
            </a:r>
            <a:r>
              <a:rPr lang="en-US" sz="1400"/>
              <a:t xml:space="preserve"> </a:t>
            </a:r>
            <a:r>
              <a:rPr lang="en-US" sz="1400"/>
              <a:t xml:space="preserve">Pandoc</a:t>
            </a:r>
            <a:r>
              <a:rPr lang="en-US" sz="1400"/>
              <a:t xml:space="preserve"> </a:t>
            </a:r>
            <a:r>
              <a:rPr lang="en-US" sz="1400"/>
              <a:t xml:space="preserve">:=</a:t>
            </a:r>
            <a:r>
              <a:rPr lang="en-US" sz="1400"/>
              <a:t xml:space="preserve"> </a:t>
            </a:r>
            <a:r>
              <a:rPr lang="en-US" sz="1400"/>
              <a:t xml:space="preserve">범용</a:t>
            </a:r>
            <a:r>
              <a:rPr lang="en-US" sz="1400"/>
              <a:t xml:space="preserve"> </a:t>
            </a:r>
            <a:r>
              <a:rPr lang="en-US" sz="1400"/>
              <a:t xml:space="preserve">문서</a:t>
            </a:r>
            <a:r>
              <a:rPr lang="en-US" sz="1400"/>
              <a:t xml:space="preserve"> </a:t>
            </a:r>
            <a:r>
              <a:rPr lang="en-US" sz="1400"/>
              <a:t xml:space="preserve">변환기.</a:t>
            </a:r>
            <a:r>
              <a:rPr lang="en-US" sz="1400"/>
              <a:t xml:space="preserve"> </a:t>
            </a:r>
            <a:r>
              <a:rPr lang="en-US" sz="1400"/>
              <a:t xml:space="preserve">이</a:t>
            </a:r>
            <a:r>
              <a:rPr lang="en-US" sz="1400"/>
              <a:t xml:space="preserve"> </a:t>
            </a:r>
            <a:r>
              <a:rPr lang="en-US" sz="1400"/>
              <a:t xml:space="preserve">프로그램은</a:t>
            </a:r>
            <a:r>
              <a:rPr lang="en-US" sz="1400"/>
              <a:t xml:space="preserve"> </a:t>
            </a:r>
            <a:r>
              <a:rPr lang="en-US" sz="1400"/>
              <a:t xml:space="preserve">같은</a:t>
            </a:r>
            <a:r>
              <a:rPr lang="en-US" sz="1400"/>
              <a:t xml:space="preserve"> </a:t>
            </a:r>
            <a:r>
              <a:rPr lang="en-US" sz="1400"/>
              <a:t xml:space="preserve">형식</a:t>
            </a:r>
            <a:r>
              <a:rPr lang="en-US" sz="1400"/>
              <a:t xml:space="preserve"> </a:t>
            </a:r>
            <a:r>
              <a:rPr lang="en-US" sz="1400"/>
              <a:t xml:space="preserve">집합을</a:t>
            </a:r>
            <a:r>
              <a:rPr lang="en-US" sz="1400"/>
              <a:t xml:space="preserve"> </a:t>
            </a:r>
            <a:r>
              <a:rPr lang="en-US" sz="1400"/>
              <a:t xml:space="preserve">자체</a:t>
            </a:r>
            <a:r>
              <a:rPr lang="en-US" sz="1400"/>
              <a:t xml:space="preserve"> </a:t>
            </a:r>
            <a:r>
              <a:rPr lang="en-US" sz="1400"/>
              <a:t xml:space="preserve">엔진으로</a:t>
            </a:r>
            <a:r>
              <a:rPr lang="en-US" sz="1400"/>
              <a:t xml:space="preserve"> </a:t>
            </a:r>
            <a:r>
              <a:rPr lang="en-US" sz="1400"/>
              <a:t xml:space="preserve">다룹니다.</a:t>
            </a:r>
          </a:p>
          <a:p>
            <a:pPr marL="0" indent="0" lvl="0">
              <a:buNone/>
            </a:pPr>
            <a:r>
              <a:rPr lang="en-US" sz="1800" b="1"/>
              <a:t xml:space="preserve">코드</a:t>
            </a:r>
            <a:r>
              <a:rPr lang="en-US" sz="1800" b="1"/>
              <a:t xml:space="preserve"> </a:t>
            </a:r>
            <a:r>
              <a:rPr lang="en-US" sz="1800" b="1"/>
              <a:t xml:space="preserve">(Code)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function greet(name) {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  console.log(`Hello, ${name}!`)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}</a:t>
            </a:r>
          </a:p>
          <a:p>
            <a:pPr marL="0" indent="0" lvl="0">
              <a:buNone/>
            </a:pPr>
            <a:r>
              <a:rPr lang="en-US" sz="1000">
                <a:latin typeface="Consolas"/>
              </a:rPr>
              <a:t xml:space="preserve">greet('world')</a:t>
            </a:r>
          </a:p>
          <a:p>
            <a:pPr marL="0" indent="0" lvl="0">
              <a:buNone/>
            </a:pPr>
            <a:endParaRPr lang="en-US"/>
          </a:p>
          <a:p>
            <a:pPr marL="0" indent="0" lvl="0">
              <a:buNone/>
            </a:pPr>
            <a:r>
              <a:rPr lang="en-US" sz="1800" b="1"/>
              <a:t xml:space="preserve">표</a:t>
            </a:r>
            <a:r>
              <a:rPr lang="en-US" sz="1800" b="1"/>
              <a:t xml:space="preserve"> </a:t>
            </a:r>
            <a:r>
              <a:rPr lang="en-US" sz="1800" b="1"/>
              <a:t xml:space="preserve">(Table)</a:t>
            </a:r>
          </a:p>
          <a:p>
            <a:pPr marL="0" indent="0" lvl="0">
              <a:buNone/>
            </a:pPr>
            <a:r>
              <a:rPr lang="en-US" sz="1800" b="1"/>
              <a:t xml:space="preserve">인용과</a:t>
            </a:r>
            <a:r>
              <a:rPr lang="en-US" sz="1800" b="1"/>
              <a:t xml:space="preserve"> </a:t>
            </a:r>
            <a:r>
              <a:rPr lang="en-US" sz="1800" b="1"/>
              <a:t xml:space="preserve">수식</a:t>
            </a:r>
            <a:r>
              <a:rPr lang="en-US" sz="1800" b="1"/>
              <a:t xml:space="preserve"> </a:t>
            </a:r>
            <a:r>
              <a:rPr lang="en-US" sz="1800" b="1"/>
              <a:t xml:space="preserve">(Quote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math)</a:t>
            </a:r>
          </a:p>
          <a:p>
            <a:pPr marL="685800" indent="-285750" lvl="1">
              <a:buChar char="•"/>
            </a:pPr>
            <a:r>
              <a:rPr lang="en-US" sz="1400" i="1"/>
              <a:t xml:space="preserve">좋은</a:t>
            </a:r>
            <a:r>
              <a:rPr lang="en-US" sz="1400" i="1"/>
              <a:t xml:space="preserve"> </a:t>
            </a:r>
            <a:r>
              <a:rPr lang="en-US" sz="1400" i="1"/>
              <a:t xml:space="preserve">문서는</a:t>
            </a:r>
            <a:r>
              <a:rPr lang="en-US" sz="1400" i="1"/>
              <a:t xml:space="preserve"> </a:t>
            </a:r>
            <a:r>
              <a:rPr lang="en-US" sz="1400" i="1"/>
              <a:t xml:space="preserve">어떤</a:t>
            </a:r>
            <a:r>
              <a:rPr lang="en-US" sz="1400" i="1"/>
              <a:t xml:space="preserve"> </a:t>
            </a:r>
            <a:r>
              <a:rPr lang="en-US" sz="1400" i="1"/>
              <a:t xml:space="preserve">형식으로도</a:t>
            </a:r>
            <a:r>
              <a:rPr lang="en-US" sz="1400" i="1"/>
              <a:t xml:space="preserve"> </a:t>
            </a:r>
            <a:r>
              <a:rPr lang="en-US" sz="1400" i="1"/>
              <a:t xml:space="preserve">읽힙니다.</a:t>
            </a:r>
            <a:r>
              <a:rPr lang="en-US" sz="1400" i="1"/>
              <a:t xml:space="preserve"> </a:t>
            </a:r>
            <a:r>
              <a:rPr lang="en-US" sz="1400" i="1"/>
              <a:t xml:space="preserve">—</a:t>
            </a:r>
            <a:r>
              <a:rPr lang="en-US" sz="1400" i="1"/>
              <a:t xml:space="preserve"> </a:t>
            </a:r>
            <a:r>
              <a:rPr lang="en-US" sz="1400" i="1"/>
              <a:t xml:space="preserve">누군가</a:t>
            </a:r>
          </a:p>
          <a:p>
            <a:pPr marL="0" indent="0" lvl="0">
              <a:buNone/>
            </a:pPr>
            <a:r>
              <a:rPr lang="en-US" sz="1400"/>
              <a:t xml:space="preserve">인라인</a:t>
            </a:r>
            <a:r>
              <a:rPr lang="en-US" sz="1400"/>
              <a:t xml:space="preserve"> </a:t>
            </a:r>
            <a:r>
              <a:rPr lang="en-US" sz="1400"/>
              <a:t xml:space="preserve">수식</a:t>
            </a:r>
            <a:r>
              <a:rPr lang="en-US" sz="1400"/>
              <a:t xml:space="preserve"> </a:t>
            </a:r>
            <a:r>
              <a:rPr lang="en-US" sz="1400"/>
              <a:t xml:space="preserve">E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mc^2</a:t>
            </a:r>
            <a:r>
              <a:rPr lang="en-US" sz="1400"/>
              <a:t xml:space="preserve"> </a:t>
            </a:r>
            <a:r>
              <a:rPr lang="en-US" sz="1400"/>
              <a:t xml:space="preserve">과</a:t>
            </a:r>
            <a:r>
              <a:rPr lang="en-US" sz="1400"/>
              <a:t xml:space="preserve"> </a:t>
            </a:r>
            <a:r>
              <a:rPr lang="en-US" sz="1400"/>
              <a:t xml:space="preserve">블록</a:t>
            </a:r>
            <a:r>
              <a:rPr lang="en-US" sz="1400"/>
              <a:t xml:space="preserve"> </a:t>
            </a:r>
            <a:r>
              <a:rPr lang="en-US" sz="1400"/>
              <a:t xml:space="preserve">수식:</a:t>
            </a:r>
          </a:p>
          <a:p>
            <a:pPr marL="0" indent="0" lvl="0">
              <a:buNone/>
            </a:pPr>
            <a:r>
              <a:rPr lang="en-US" sz="1400"/>
              <a:t xml:space="preserve">\int_0^1</a:t>
            </a:r>
            <a:r>
              <a:rPr lang="en-US" sz="1400"/>
              <a:t xml:space="preserve"> </a:t>
            </a:r>
            <a:r>
              <a:rPr lang="en-US" sz="1400"/>
              <a:t xml:space="preserve">x^2\,dx</a:t>
            </a:r>
            <a:r>
              <a:rPr lang="en-US" sz="1400"/>
              <a:t xml:space="preserve"> </a:t>
            </a:r>
            <a:r>
              <a:rPr lang="en-US" sz="1400"/>
              <a:t xml:space="preserve">=</a:t>
            </a:r>
            <a:r>
              <a:rPr lang="en-US" sz="1400"/>
              <a:t xml:space="preserve"> </a:t>
            </a:r>
            <a:r>
              <a:rPr lang="en-US" sz="1400"/>
              <a:t xml:space="preserve">\frac{1}{3}</a:t>
            </a:r>
          </a:p>
          <a:p>
            <a:pPr marL="0" indent="0" lvl="0">
              <a:buNone/>
            </a:pPr>
            <a:r>
              <a:rPr lang="en-US" sz="1800" b="1"/>
              <a:t xml:space="preserve">각주와</a:t>
            </a:r>
            <a:r>
              <a:rPr lang="en-US" sz="1800" b="1"/>
              <a:t xml:space="preserve"> </a:t>
            </a:r>
            <a:r>
              <a:rPr lang="en-US" sz="1800" b="1"/>
              <a:t xml:space="preserve">그림</a:t>
            </a:r>
            <a:r>
              <a:rPr lang="en-US" sz="1800" b="1"/>
              <a:t xml:space="preserve"> </a:t>
            </a:r>
            <a:r>
              <a:rPr lang="en-US" sz="1800" b="1"/>
              <a:t xml:space="preserve">(Footnote</a:t>
            </a:r>
            <a:r>
              <a:rPr lang="en-US" sz="1800" b="1"/>
              <a:t xml:space="preserve"> </a:t>
            </a:r>
            <a:r>
              <a:rPr lang="en-US" sz="1800" b="1"/>
              <a:t xml:space="preserve">and</a:t>
            </a:r>
            <a:r>
              <a:rPr lang="en-US" sz="1800" b="1"/>
              <a:t xml:space="preserve"> </a:t>
            </a:r>
            <a:r>
              <a:rPr lang="en-US" sz="1800" b="1"/>
              <a:t xml:space="preserve">figure)</a:t>
            </a:r>
          </a:p>
          <a:p>
            <a:pPr marL="0" indent="0" lvl="0">
              <a:buNone/>
            </a:pPr>
            <a:r>
              <a:rPr lang="en-US" sz="1400"/>
              <a:t xml:space="preserve">각주가</a:t>
            </a:r>
            <a:r>
              <a:rPr lang="en-US" sz="1400"/>
              <a:t xml:space="preserve"> </a:t>
            </a:r>
            <a:r>
              <a:rPr lang="en-US" sz="1400"/>
              <a:t xml:space="preserve">붙은</a:t>
            </a:r>
            <a:r>
              <a:rPr lang="en-US" sz="1400"/>
              <a:t xml:space="preserve"> </a:t>
            </a:r>
            <a:r>
              <a:rPr lang="en-US" sz="1400"/>
              <a:t xml:space="preserve">문장입니다.</a:t>
            </a:r>
            <a:r>
              <a:rPr lang="en-US" sz="1400"/>
              <a:t xml:space="preserve"> </a:t>
            </a:r>
            <a:r>
              <a:rPr lang="en-US" sz="1400"/>
              <a:t xml:space="preserve">자동</a:t>
            </a:r>
            <a:r>
              <a:rPr lang="en-US" sz="1400"/>
              <a:t xml:space="preserve"> </a:t>
            </a:r>
            <a:r>
              <a:rPr lang="en-US" sz="1400"/>
              <a:t xml:space="preserve">링크</a:t>
            </a:r>
            <a:r>
              <a:rPr lang="en-US" sz="1400"/>
              <a:t xml:space="preserve"> </a:t>
            </a:r>
            <a:r>
              <a:rPr lang="en-US" sz="1400"/>
              <a:t xml:space="preserve">https://pandoc.org</a:t>
            </a:r>
            <a:r>
              <a:rPr lang="en-US" sz="1400"/>
              <a:t xml:space="preserve"> </a:t>
            </a:r>
            <a:r>
              <a:rPr lang="en-US" sz="1400"/>
              <a:t xml:space="preserve">와</a:t>
            </a:r>
            <a:r>
              <a:rPr lang="en-US" sz="1400"/>
              <a:t xml:space="preserve"> </a:t>
            </a:r>
            <a:r>
              <a:rPr lang="en-US" sz="1400"/>
              <a:t xml:space="preserve">mailto:knix008@naver.com</a:t>
            </a:r>
            <a:r>
              <a:rPr lang="en-US" sz="1400"/>
              <a:t xml:space="preserve"> </a:t>
            </a:r>
            <a:r>
              <a:rPr lang="en-US" sz="1400"/>
              <a:t xml:space="preserve">도</a:t>
            </a:r>
            <a:r>
              <a:rPr lang="en-US" sz="1400"/>
              <a:t xml:space="preserve"> </a:t>
            </a:r>
            <a:r>
              <a:rPr lang="en-US" sz="1400"/>
              <a:t xml:space="preserve">있습니다.</a:t>
            </a:r>
          </a:p>
          <a:p>
            <a:pPr marL="0" indent="0" lvl="0">
              <a:buNone/>
            </a:pPr>
            <a:r>
              <a:rPr lang="en-US" sz="1400" i="1"/>
              <a:t xml:space="preserve">[프로그램 아이콘: ../public/app-icon.svg]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457200" y="1600200"/>
          <a:ext cx="8229600" cy="18542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형식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확장자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읽기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 xml:space="preserve">쓰기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Markdown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.md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.html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.docx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.epub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 xml:space="preserve">O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/>
              <a:t> 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lvl="0">
              <a:buNone/>
            </a:pPr>
            <a:r>
              <a:rPr lang="en-US" sz="2000"/>
              <a:t xml:space="preserve">마지막</a:t>
            </a:r>
            <a:r>
              <a:rPr lang="en-US" sz="2000"/>
              <a:t xml:space="preserve"> </a:t>
            </a:r>
            <a:r>
              <a:rPr lang="en-US" sz="2000"/>
              <a:t xml:space="preserve">문단입니다.</a:t>
            </a:r>
            <a:r>
              <a:rPr lang="en-US" sz="2000"/>
              <a:t xml:space="preserve"> </a:t>
            </a:r>
            <a:r>
              <a:rPr lang="en-US" sz="2000"/>
              <a:t xml:space="preserve">줄</a:t>
            </a:r>
            <a:r>
              <a:rPr lang="en-US" sz="2000"/>
              <a:t xml:space="preserve"> </a:t>
            </a:r>
            <a:r>
              <a:rPr lang="en-US" sz="2000"/>
              <a:t xml:space="preserve">끝에</a:t>
            </a:r>
            <a:r>
              <a:rPr lang="en-US" sz="2000"/>
              <a:t xml:space="preserve"> </a:t>
            </a:r>
            <a:r>
              <a:rPr lang="en-US" sz="2000"/>
              <a:t xml:space="preserve">두</a:t>
            </a:r>
            <a:r>
              <a:rPr lang="en-US" sz="2000"/>
              <a:t xml:space="preserve"> </a:t>
            </a:r>
            <a:r>
              <a:rPr lang="en-US" sz="2000"/>
              <a:t xml:space="preserve">칸을</a:t>
            </a:r>
            <a:r>
              <a:rPr lang="en-US" sz="2000"/>
              <a:t xml:space="preserve"> </a:t>
            </a:r>
            <a:r>
              <a:rPr lang="en-US" sz="2000"/>
              <a:t xml:space="preserve">두면</a:t>
            </a:r>
            <a:r>
              <a:rPr lang="en-US" sz="2000"/>
              <a:t xml:space="preserve"> </a:t>
            </a:r>
            <a:r>
              <a:rPr lang="en-US" sz="2000"/>
              <a:t xml:space="preserve">강제</a:t>
            </a:r>
            <a:r>
              <a:rPr lang="en-US" sz="2000"/>
              <a:t xml:space="preserve"> </a:t>
            </a:r>
            <a:r>
              <a:rPr lang="en-US" sz="2000"/>
              <a:t xml:space="preserve">줄바꿈이</a:t>
            </a:r>
            <a:r>
              <a:rPr lang="en-US" sz="2000"/>
              <a:t xml:space="preserve"> </a:t>
            </a:r>
            <a:r>
              <a:rPr lang="en-US" sz="2000"/>
              <a:t xml:space="preserve">됩니다.</a:t>
            </a:r>
          </a:p>
          <a:p>
            <a:pPr marL="0" indent="0" lvl="0">
              <a:buNone/>
            </a:pPr>
            <a:r>
              <a:rPr lang="en-US" sz="2000"/>
              <a:t xml:space="preserve">각주의</a:t>
            </a:r>
            <a:r>
              <a:rPr lang="en-US" sz="2000"/>
              <a:t xml:space="preserve"> </a:t>
            </a:r>
            <a:r>
              <a:rPr lang="en-US" sz="2000"/>
              <a:t xml:space="preserve">내용입니다.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Malgun Gothic"/>
        <a:cs typeface=""/>
      </a:majorFont>
      <a:minorFont>
        <a:latin typeface="Calibri"/>
        <a:ea typeface="Malgun Gothic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My Document Converter</Application>
  <Slides>3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terms:created xsi:type="dcterms:W3CDTF">2026-09-22T05:17:31.034Z</dcterms:created>
</cp:coreProperties>
</file>