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My Document Converter 샘플 문서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strike="sngStrike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H~2~O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 baseline="300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/>
              <a:t xml:space="preserve">-</a:t>
            </a:r>
            <a:r>
              <a:rPr lang="en-US" sz="1400"/>
              <a:t xml:space="preserve"> </a:t>
            </a:r>
            <a:r>
              <a:rPr lang="en-US" sz="1400"/>
              <a:t xml:space="preserve">용어</a:t>
            </a:r>
            <a:r>
              <a:rPr lang="en-US" sz="1400"/>
              <a:t xml:space="preserve"> </a:t>
            </a:r>
            <a:r>
              <a:rPr lang="en-US" sz="1400"/>
              <a:t xml:space="preserve">:=</a:t>
            </a:r>
            <a:r>
              <a:rPr lang="en-US" sz="1400"/>
              <a:t xml:space="preserve"> </a:t>
            </a:r>
            <a:r>
              <a:rPr lang="en-US" sz="1400"/>
              <a:t xml:space="preserve">용어에</a:t>
            </a:r>
            <a:r>
              <a:rPr lang="en-US" sz="1400"/>
              <a:t xml:space="preserve"> </a:t>
            </a:r>
            <a:r>
              <a:rPr lang="en-US" sz="1400"/>
              <a:t xml:space="preserve">대한</a:t>
            </a:r>
            <a:r>
              <a:rPr lang="en-US" sz="1400"/>
              <a:t xml:space="preserve"> </a:t>
            </a:r>
            <a:r>
              <a:rPr lang="en-US" sz="1400"/>
              <a:t xml:space="preserve">정의입니다.</a:t>
            </a:r>
            <a:r>
              <a:rPr lang="en-US" sz="1400"/>
              <a:t xml:space="preserve"> </a:t>
            </a:r>
            <a:r>
              <a:rPr lang="en-US" sz="1400"/>
              <a:t xml:space="preserve">-</a:t>
            </a:r>
            <a:r>
              <a:rPr lang="en-US" sz="1400"/>
              <a:t xml:space="preserve"> </a:t>
            </a:r>
            <a:r>
              <a:rPr lang="en-US" sz="1400"/>
              <a:t xml:space="preserve">Pandoc</a:t>
            </a:r>
            <a:r>
              <a:rPr lang="en-US" sz="1400"/>
              <a:t xml:space="preserve"> </a:t>
            </a:r>
            <a:r>
              <a:rPr lang="en-US" sz="1400"/>
              <a:t xml:space="preserve">:=</a:t>
            </a:r>
            <a:r>
              <a:rPr lang="en-US" sz="1400"/>
              <a:t xml:space="preserve"> </a:t>
            </a:r>
            <a:r>
              <a:rPr lang="en-US" sz="1400"/>
              <a:t xml:space="preserve">범용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변환기.</a:t>
            </a:r>
            <a:r>
              <a:rPr lang="en-US" sz="1400"/>
              <a:t xml:space="preserve"> </a:t>
            </a: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프로그램은</a:t>
            </a:r>
            <a:r>
              <a:rPr lang="en-US" sz="1400"/>
              <a:t xml:space="preserve"> </a:t>
            </a:r>
            <a:r>
              <a:rPr lang="en-US" sz="1400"/>
              <a:t xml:space="preserve">같은</a:t>
            </a:r>
            <a:r>
              <a:rPr lang="en-US" sz="1400"/>
              <a:t xml:space="preserve"> </a:t>
            </a:r>
            <a:r>
              <a:rPr lang="en-US" sz="1400"/>
              <a:t xml:space="preserve">형식</a:t>
            </a:r>
            <a:r>
              <a:rPr lang="en-US" sz="1400"/>
              <a:t xml:space="preserve"> </a:t>
            </a:r>
            <a:r>
              <a:rPr lang="en-US" sz="1400"/>
              <a:t xml:space="preserve">집합을</a:t>
            </a:r>
            <a:r>
              <a:rPr lang="en-US" sz="1400"/>
              <a:t xml:space="preserve"> </a:t>
            </a:r>
            <a:r>
              <a:rPr lang="en-US" sz="1400"/>
              <a:t xml:space="preserve">자체</a:t>
            </a:r>
            <a:r>
              <a:rPr lang="en-US" sz="1400"/>
              <a:t xml:space="preserve"> </a:t>
            </a:r>
            <a:r>
              <a:rPr lang="en-US" sz="1400"/>
              <a:t xml:space="preserve">엔진으로</a:t>
            </a:r>
            <a:r>
              <a:rPr lang="en-US" sz="1400"/>
              <a:t xml:space="preserve"> </a:t>
            </a:r>
            <a:r>
              <a:rPr lang="en-US" sz="1400"/>
              <a:t xml:space="preserve">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endParaRPr lang="en-US"/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</a:t>
            </a:r>
            <a:r>
              <a:rPr lang="en-US" sz="1400" i="1"/>
              <a:t xml:space="preserve"> </a:t>
            </a:r>
            <a:r>
              <a:rPr lang="en-US" sz="1400" i="1"/>
              <a:t xml:space="preserve">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/>
              <a:t xml:space="preserve">E</a:t>
            </a:r>
            <a:r>
              <a:rPr lang="en-US" sz="1400"/>
              <a:t xml:space="preserve"> </a:t>
            </a:r>
            <a:r>
              <a:rPr lang="en-US" sz="1400"/>
              <a:t xml:space="preserve">=</a:t>
            </a:r>
            <a:r>
              <a:rPr lang="en-US" sz="1400"/>
              <a:t xml:space="preserve"> </a:t>
            </a:r>
            <a:r>
              <a:rPr lang="en-US" sz="1400"/>
              <a:t xml:space="preserve">mc^2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/>
              <a:t xml:space="preserve">\int_0^1</a:t>
            </a:r>
            <a:r>
              <a:rPr lang="en-US" sz="1400"/>
              <a:t xml:space="preserve"> </a:t>
            </a:r>
            <a:r>
              <a:rPr lang="en-US" sz="1400"/>
              <a:t xml:space="preserve">x^2\,dx</a:t>
            </a:r>
            <a:r>
              <a:rPr lang="en-US" sz="1400"/>
              <a:t xml:space="preserve"> </a:t>
            </a:r>
            <a:r>
              <a:rPr lang="en-US" sz="1400"/>
              <a:t xml:space="preserve">=</a:t>
            </a:r>
            <a:r>
              <a:rPr lang="en-US" sz="1400"/>
              <a:t xml:space="preserve"> </a:t>
            </a:r>
            <a:r>
              <a:rPr lang="en-US" sz="1400"/>
              <a:t xml:space="preserve">\frac{1}{3}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mailto:knix008@naver.com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[프로그램 아이콘: ../public/app-icon.svg]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마지막</a:t>
            </a:r>
            <a:r>
              <a:rPr lang="en-US" sz="2000"/>
              <a:t xml:space="preserve"> </a:t>
            </a:r>
            <a:r>
              <a:rPr lang="en-US" sz="2000"/>
              <a:t xml:space="preserve">문단입니다.</a:t>
            </a:r>
            <a:r>
              <a:rPr lang="en-US" sz="2000"/>
              <a:t xml:space="preserve"> </a:t>
            </a:r>
            <a:r>
              <a:rPr lang="en-US" sz="2000"/>
              <a:t xml:space="preserve">줄</a:t>
            </a:r>
            <a:r>
              <a:rPr lang="en-US" sz="2000"/>
              <a:t xml:space="preserve"> </a:t>
            </a:r>
            <a:r>
              <a:rPr lang="en-US" sz="2000"/>
              <a:t xml:space="preserve">끝에</a:t>
            </a:r>
            <a:r>
              <a:rPr lang="en-US" sz="2000"/>
              <a:t xml:space="preserve"> </a:t>
            </a:r>
            <a:r>
              <a:rPr lang="en-US" sz="2000"/>
              <a:t xml:space="preserve">두</a:t>
            </a:r>
            <a:r>
              <a:rPr lang="en-US" sz="2000"/>
              <a:t xml:space="preserve"> </a:t>
            </a:r>
            <a:r>
              <a:rPr lang="en-US" sz="2000"/>
              <a:t xml:space="preserve">칸을</a:t>
            </a:r>
            <a:r>
              <a:rPr lang="en-US" sz="2000"/>
              <a:t xml:space="preserve"> </a:t>
            </a:r>
            <a:r>
              <a:rPr lang="en-US" sz="2000"/>
              <a:t xml:space="preserve">두면</a:t>
            </a:r>
            <a:r>
              <a:rPr lang="en-US" sz="2000"/>
              <a:t xml:space="preserve"> </a:t>
            </a:r>
            <a:r>
              <a:rPr lang="en-US" sz="2000"/>
              <a:t xml:space="preserve">강제</a:t>
            </a:r>
            <a:r>
              <a:rPr lang="en-US" sz="2000"/>
              <a:t xml:space="preserve"> </a:t>
            </a:r>
            <a:r>
              <a:rPr lang="en-US" sz="2000"/>
              <a:t xml:space="preserve">줄바꿈이</a:t>
            </a:r>
            <a:r>
              <a:rPr lang="en-US" sz="2000"/>
              <a:t xml:space="preserve"> </a:t>
            </a:r>
            <a:r>
              <a:rPr lang="en-US" sz="2000"/>
              <a:t xml:space="preserve">됩니다.</a:t>
            </a:r>
          </a:p>
          <a:p>
            <a:pPr marL="0" indent="0" lvl="0">
              <a:buNone/>
            </a:pPr>
            <a:r>
              <a:rPr lang="en-US" sz="2000"/>
              <a:t xml:space="preserve">각주의</a:t>
            </a:r>
            <a:r>
              <a:rPr lang="en-US" sz="2000"/>
              <a:t xml:space="preserve"> </a:t>
            </a:r>
            <a:r>
              <a:rPr lang="en-US" sz="2000"/>
              <a:t xml:space="preserve">내용입니다.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terms:created xsi:type="dcterms:W3CDTF">2026-09-22T05:40:04.356Z</dcterms:created>
</cp:coreProperties>
</file>