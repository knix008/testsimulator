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취소선,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H2O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x2,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좋은 문서는 어떤 형식으로도 읽힙니다.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— 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>
                <a:latin typeface="Consolas"/>
              </a:rPr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</a:t>
            </a:r>
            <a:r>
              <a:rPr lang="en-US" sz="1400"/>
              <a:t xml:space="preserve">(각주의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</a:t>
            </a:r>
            <a:r>
              <a:rPr lang="en-US" sz="1400"/>
              <a:t xml:space="preserve">/</a:t>
            </a:r>
            <a:r>
              <a:rPr lang="en-US" sz="1400"/>
              <a:t xml:space="preserve">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</a:t>
            </a:r>
            <a:r>
              <a:rPr lang="en-US" sz="1400"/>
              <a:t xml:space="preserve">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r>
              <a:rPr lang="en-US" sz="1400"/>
              <a:t xml:space="preserve"> </a:t>
            </a:r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2026-09-22T05:17:30.676Z</dcterms:created>
</cp:coreProperties>
</file>