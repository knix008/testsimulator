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/>
              <a:t>converter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NAME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2000"/>
              <a:t xml:space="preserve">converter</a:t>
            </a:r>
            <a:r>
              <a:rPr lang="en-US" sz="2000"/>
              <a:t xml:space="preserve"> </a:t>
            </a:r>
            <a:r>
              <a:rPr lang="en-US" sz="2000"/>
              <a:t xml:space="preserve">-</a:t>
            </a:r>
            <a:r>
              <a:rPr lang="en-US" sz="2000"/>
              <a:t xml:space="preserve"> </a:t>
            </a:r>
            <a:r>
              <a:rPr lang="en-US" sz="2000"/>
              <a:t xml:space="preserve">My</a:t>
            </a:r>
            <a:r>
              <a:rPr lang="en-US" sz="2000"/>
              <a:t xml:space="preserve"> </a:t>
            </a:r>
            <a:r>
              <a:rPr lang="en-US" sz="2000"/>
              <a:t xml:space="preserve">Document</a:t>
            </a:r>
            <a:r>
              <a:rPr lang="en-US" sz="2000"/>
              <a:t xml:space="preserve"> </a:t>
            </a:r>
            <a:r>
              <a:rPr lang="en-US" sz="2000"/>
              <a:t xml:space="preserve">Converter</a:t>
            </a:r>
            <a:r>
              <a:rPr lang="en-US" sz="2000"/>
              <a:t xml:space="preserve"> </a:t>
            </a:r>
            <a:r>
              <a:rPr lang="en-US" sz="2000"/>
              <a:t xml:space="preserve">의</a:t>
            </a:r>
            <a:r>
              <a:rPr lang="en-US" sz="2000"/>
              <a:t xml:space="preserve"> </a:t>
            </a:r>
            <a:r>
              <a:rPr lang="en-US" sz="2000"/>
              <a:t xml:space="preserve">POD</a:t>
            </a:r>
            <a:r>
              <a:rPr lang="en-US" sz="2000"/>
              <a:t xml:space="preserve"> </a:t>
            </a:r>
            <a:r>
              <a:rPr lang="en-US" sz="2000"/>
              <a:t xml:space="preserve">샘플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DESCRIPTION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POD</a:t>
            </a:r>
            <a:r>
              <a:rPr lang="en-US" sz="1400"/>
              <a:t xml:space="preserve"> </a:t>
            </a:r>
            <a:r>
              <a:rPr lang="en-US" sz="1400"/>
              <a:t xml:space="preserve">는</a:t>
            </a:r>
            <a:r>
              <a:rPr lang="en-US" sz="1400"/>
              <a:t xml:space="preserve"> </a:t>
            </a:r>
            <a:r>
              <a:rPr lang="en-US" sz="1400"/>
              <a:t xml:space="preserve">Perl</a:t>
            </a:r>
            <a:r>
              <a:rPr lang="en-US" sz="1400"/>
              <a:t xml:space="preserve"> </a:t>
            </a:r>
            <a:r>
              <a:rPr lang="en-US" sz="1400"/>
              <a:t xml:space="preserve">문서</a:t>
            </a:r>
            <a:r>
              <a:rPr lang="en-US" sz="1400"/>
              <a:t xml:space="preserve"> </a:t>
            </a:r>
            <a:r>
              <a:rPr lang="en-US" sz="1400"/>
              <a:t xml:space="preserve">형식입니다.</a:t>
            </a:r>
            <a:r>
              <a:rPr lang="en-US" sz="1400"/>
              <a:t xml:space="preserve"> </a:t>
            </a:r>
            <a:r>
              <a:rPr lang="en-US" sz="1400" b="1"/>
              <a:t xml:space="preserve">굵게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i="1"/>
              <a:t xml:space="preserve">기울임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코드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를</a:t>
            </a:r>
            <a:r>
              <a:rPr lang="en-US" sz="1400"/>
              <a:t xml:space="preserve"> </a:t>
            </a:r>
            <a:r>
              <a:rPr lang="en-US" sz="1400"/>
              <a:t xml:space="preserve">씁니다.</a:t>
            </a:r>
            <a:r>
              <a:rPr lang="en-US" sz="1400"/>
              <a:t xml:space="preserve"> </a:t>
            </a:r>
            <a:r>
              <a:rPr lang="en-US" sz="1400"/>
              <a:t xml:space="preserve">This</a:t>
            </a:r>
            <a:r>
              <a:rPr lang="en-US" sz="1400"/>
              <a:t xml:space="preserve"> </a:t>
            </a:r>
            <a:r>
              <a:rPr lang="en-US" sz="1400"/>
              <a:t xml:space="preserve">paragraph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English.</a:t>
            </a:r>
          </a:p>
          <a:p>
            <a:pPr marL="0" indent="0" lvl="0">
              <a:buNone/>
            </a:pPr>
            <a:r>
              <a:rPr lang="en-US" sz="1800" b="1"/>
              <a:t xml:space="preserve">목록</a:t>
            </a:r>
            <a:r>
              <a:rPr lang="en-US" sz="1800" b="1"/>
              <a:t xml:space="preserve"> </a:t>
            </a:r>
            <a:r>
              <a:rPr lang="en-US" sz="1800" b="1"/>
              <a:t xml:space="preserve">(Lists)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첫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0" indent="0" lvl="0">
              <a:buNone/>
            </a:pPr>
            <a:r>
              <a:rPr lang="en-US" sz="1800" b="1"/>
              <a:t xml:space="preserve">코드</a:t>
            </a:r>
            <a:r>
              <a:rPr lang="en-US" sz="1800" b="1"/>
              <a:t xml:space="preserve"> </a:t>
            </a:r>
            <a:r>
              <a:rPr lang="en-US" sz="1800" b="1"/>
              <a:t xml:space="preserve">(Code)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  console.log('Hello, ' + name)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800" b="1"/>
              <a:t xml:space="preserve">정의</a:t>
            </a:r>
            <a:r>
              <a:rPr lang="en-US" sz="1800" b="1"/>
              <a:t xml:space="preserve"> </a:t>
            </a:r>
            <a:r>
              <a:rPr lang="en-US" sz="1800" b="1"/>
              <a:t xml:space="preserve">(Definitions)</a:t>
            </a:r>
          </a:p>
          <a:p>
            <a:pPr marL="0" indent="0" lvl="0">
              <a:buNone/>
            </a:pPr>
            <a:r>
              <a:rPr lang="en-US" sz="1400" b="1"/>
              <a:t xml:space="preserve">용어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용어에</a:t>
            </a:r>
            <a:r>
              <a:rPr lang="en-US" sz="1400"/>
              <a:t xml:space="preserve"> </a:t>
            </a:r>
            <a:r>
              <a:rPr lang="en-US" sz="1400"/>
              <a:t xml:space="preserve">대한</a:t>
            </a:r>
            <a:r>
              <a:rPr lang="en-US" sz="1400"/>
              <a:t xml:space="preserve"> </a:t>
            </a:r>
            <a:r>
              <a:rPr lang="en-US" sz="1400"/>
              <a:t xml:space="preserve">정의입니다.</a:t>
            </a:r>
          </a:p>
          <a:p>
            <a:pPr marL="0" indent="0" lvl="0">
              <a:buNone/>
            </a:pPr>
            <a:r>
              <a:rPr lang="en-US" sz="1400" b="1"/>
              <a:t xml:space="preserve">Pandoc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범용</a:t>
            </a:r>
            <a:r>
              <a:rPr lang="en-US" sz="1400"/>
              <a:t xml:space="preserve"> </a:t>
            </a:r>
            <a:r>
              <a:rPr lang="en-US" sz="1400"/>
              <a:t xml:space="preserve">문서</a:t>
            </a:r>
            <a:r>
              <a:rPr lang="en-US" sz="1400"/>
              <a:t xml:space="preserve"> </a:t>
            </a:r>
            <a:r>
              <a:rPr lang="en-US" sz="1400"/>
              <a:t xml:space="preserve">변환기.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converter</dc:title>
  <dc:creator/>
  <dcterms:created xsi:type="dcterms:W3CDTF">2026-09-22T05:17:30.914Z</dcterms:created>
</cp:coreProperties>
</file>