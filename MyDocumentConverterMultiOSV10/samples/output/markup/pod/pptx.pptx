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NAME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-</a:t>
            </a:r>
            <a:r>
              <a:rPr lang="en-US" sz="2000"/>
              <a:t xml:space="preserve"> </a:t>
            </a:r>
            <a:r>
              <a:rPr lang="en-US" sz="2000"/>
              <a:t xml:space="preserve">My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의</a:t>
            </a:r>
            <a:r>
              <a:rPr lang="en-US" sz="2000"/>
              <a:t xml:space="preserve"> </a:t>
            </a:r>
            <a:r>
              <a:rPr lang="en-US" sz="2000"/>
              <a:t xml:space="preserve">POD</a:t>
            </a:r>
            <a:r>
              <a:rPr lang="en-US" sz="2000"/>
              <a:t xml:space="preserve"> </a:t>
            </a:r>
            <a:r>
              <a:rPr lang="en-US" sz="2000"/>
              <a:t xml:space="preserve">샘플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DESCRIPTION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POD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/>
              <a:t xml:space="preserve">Perl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형식입니다.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씁니다.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정의</a:t>
            </a:r>
            <a:r>
              <a:rPr lang="en-US" sz="1800" b="1"/>
              <a:t xml:space="preserve"> </a:t>
            </a:r>
            <a:r>
              <a:rPr lang="en-US" sz="1800" b="1"/>
              <a:t xml:space="preserve">(Definitions)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converter</dc:title>
  <dc:creator/>
  <dcterms:created xsi:type="dcterms:W3CDTF">2026-09-22T05:40:04.186Z</dcterms:created>
</cp:coreProperties>
</file>