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용어</a:t>
            </a:r>
            <a:r>
              <a:rPr lang="en-US" sz="1400"/>
              <a:t xml:space="preserve"> </a:t>
            </a:r>
            <a:r>
              <a:rPr lang="en-US" sz="1400"/>
              <a:t xml:space="preserve">::</a:t>
            </a:r>
            <a:r>
              <a:rPr lang="en-US" sz="1400"/>
              <a:t xml:space="preserve"> </a:t>
            </a: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Pandoc</a:t>
            </a:r>
            <a:r>
              <a:rPr lang="en-US" sz="1400"/>
              <a:t xml:space="preserve"> </a:t>
            </a:r>
            <a:r>
              <a:rPr lang="en-US" sz="1400"/>
              <a:t xml:space="preserve">::</a:t>
            </a:r>
            <a:r>
              <a:rPr lang="en-US" sz="1400"/>
              <a:t xml:space="preserve"> </a:t>
            </a: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\[\int_0^1</a:t>
            </a:r>
            <a:r>
              <a:rPr lang="en-US" sz="1400"/>
              <a:t xml:space="preserve"> </a:t>
            </a:r>
            <a:r>
              <a:rPr lang="en-US" sz="1400"/>
              <a:t xml:space="preserve">x^2\,dx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\frac{1}{3}\]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문장입니다.[fn:1]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[image: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 </a:t>
            </a:r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  <a:p>
            <a:pPr marL="0" indent="0" lvl="0">
              <a:buNone/>
            </a:pPr>
            <a:r>
              <a:rPr lang="en-US" sz="2000"/>
              <a:t xml:space="preserve">[fn:1]</a:t>
            </a:r>
            <a:r>
              <a:rPr lang="en-US" sz="2000"/>
              <a:t xml:space="preserve"> </a:t>
            </a:r>
            <a:r>
              <a:rPr lang="en-US" sz="2000"/>
              <a:t xml:space="preserve">각주의</a:t>
            </a:r>
            <a:r>
              <a:rPr lang="en-US" sz="2000"/>
              <a:t xml:space="preserve"> </a:t>
            </a:r>
            <a:r>
              <a:rPr lang="en-US" sz="2000"/>
              <a:t xml:space="preserve">내용입니다.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2026-09-22T05:17:30.844Z</dcterms:created>
</cp:coreProperties>
</file>