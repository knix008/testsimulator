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400"/>
              <a:t xml:space="preserve">^</a:t>
            </a:r>
            <a:r>
              <a:rPr lang="en-US" sz="1400"/>
              <a:t xml:space="preserve"> </a:t>
            </a:r>
            <a:r>
              <a:rPr lang="en-US" sz="1400"/>
              <a:t xml:space="preserve">지원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일부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/>
              <a:t xml:space="preserve">$</a:t>
            </a:r>
            <a:r>
              <a:rPr lang="en-US" sz="1400">
                <a:latin typeface="Consolas"/>
              </a:rPr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`\int_0^1 x^2\,dx = \frac{1}{3}`
## 각주와 그림 (Footnote and figure)
각주가 붙은 문장입니다.[^1] 자동 링크 &lt;https://pandoc.org&gt; 와
&lt;mailto:knix008@naver.com&gt; 도 있습니다.
![프로그램 아이콘](../public/app-icon.svg)
* * * *
마지막 문단입니다. 줄 끝에 두 칸을 두면\
강제 줄바꿈이 됩니다.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2026-09-22T05:40:03.558Z</dcterms:created>
</cp:coreProperties>
</file>