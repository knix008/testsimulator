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용어에 대한 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범용 문서 변환기. 이 프로그램은 같은 형식 집합을 자체 엔진으로 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(E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mc^2)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[\int_0^1</a:t>
            </a:r>
            <a:r>
              <a:rPr lang="en-US" sz="1400"/>
              <a:t xml:space="preserve"> </a:t>
            </a:r>
            <a:r>
              <a:rPr lang="en-US" sz="1400"/>
              <a:t xml:space="preserve">x^2,dx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\frac{1}{3}]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</a:t>
            </a:r>
            <a:r>
              <a:rPr lang="en-US" sz="1400"/>
              <a:t xml:space="preserve">(각주의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내용입니다.)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br/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2026-09-22T05:17:30.265Z</dcterms:created>
</cp:coreProperties>
</file>