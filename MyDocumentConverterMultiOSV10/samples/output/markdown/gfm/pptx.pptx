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  <p:sldId id="258" r:id="rId12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My Document Converter 샘플 문서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소개 (Introduction)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문서는</a:t>
            </a:r>
            <a:r>
              <a:rPr lang="en-US" sz="1400"/>
              <a:t xml:space="preserve"> </a:t>
            </a:r>
            <a:r>
              <a:rPr lang="en-US" sz="1400" b="1"/>
              <a:t xml:space="preserve">My</a:t>
            </a:r>
            <a:r>
              <a:rPr lang="en-US" sz="1400" b="1"/>
              <a:t xml:space="preserve"> </a:t>
            </a:r>
            <a:r>
              <a:rPr lang="en-US" sz="1400" b="1"/>
              <a:t xml:space="preserve">Document</a:t>
            </a:r>
            <a:r>
              <a:rPr lang="en-US" sz="1400" b="1"/>
              <a:t xml:space="preserve"> </a:t>
            </a:r>
            <a:r>
              <a:rPr lang="en-US" sz="1400" b="1"/>
              <a:t xml:space="preserve">Converter</a:t>
            </a:r>
            <a:r>
              <a:rPr lang="en-US" sz="1400"/>
              <a:t xml:space="preserve"> </a:t>
            </a:r>
            <a:r>
              <a:rPr lang="en-US" sz="1400"/>
              <a:t xml:space="preserve">가</a:t>
            </a:r>
            <a:r>
              <a:rPr lang="en-US" sz="1400"/>
              <a:t xml:space="preserve"> </a:t>
            </a:r>
            <a:r>
              <a:rPr lang="en-US" sz="1400"/>
              <a:t xml:space="preserve">지원하는</a:t>
            </a:r>
            <a:r>
              <a:rPr lang="en-US" sz="1400"/>
              <a:t xml:space="preserve"> </a:t>
            </a:r>
            <a:r>
              <a:rPr lang="en-US" sz="1400"/>
              <a:t xml:space="preserve">모든</a:t>
            </a:r>
            <a:r>
              <a:rPr lang="en-US" sz="1400"/>
              <a:t xml:space="preserve"> </a:t>
            </a:r>
            <a:r>
              <a:rPr lang="en-US" sz="1400"/>
              <a:t xml:space="preserve">출력</a:t>
            </a:r>
            <a:r>
              <a:rPr lang="en-US" sz="1400"/>
              <a:t xml:space="preserve"> </a:t>
            </a:r>
            <a:r>
              <a:rPr lang="en-US" sz="1400"/>
              <a:t xml:space="preserve">형식의</a:t>
            </a:r>
            <a:r>
              <a:rPr lang="en-US" sz="1400"/>
              <a:t xml:space="preserve"> </a:t>
            </a:r>
            <a:r>
              <a:rPr lang="en-US" sz="1400"/>
              <a:t xml:space="preserve">샘플을</a:t>
            </a:r>
            <a:r>
              <a:rPr lang="en-US" sz="1400"/>
              <a:t xml:space="preserve"> </a:t>
            </a:r>
            <a:r>
              <a:rPr lang="en-US" sz="1400"/>
              <a:t xml:space="preserve">만드는</a:t>
            </a:r>
            <a:r>
              <a:rPr lang="en-US" sz="1400"/>
              <a:t xml:space="preserve"> </a:t>
            </a:r>
            <a:r>
              <a:rPr lang="en-US" sz="1400"/>
              <a:t xml:space="preserve">데</a:t>
            </a:r>
            <a:r>
              <a:rPr lang="en-US" sz="1400"/>
              <a:t xml:space="preserve"> </a:t>
            </a:r>
            <a:r>
              <a:rPr lang="en-US" sz="1400"/>
              <a:t xml:space="preserve">쓰이는</a:t>
            </a:r>
            <a:r>
              <a:rPr lang="en-US" sz="1400"/>
              <a:t xml:space="preserve"> </a:t>
            </a:r>
            <a:r>
              <a:rPr lang="en-US" sz="1400"/>
              <a:t xml:space="preserve">원본입니다.</a:t>
            </a:r>
            <a:r>
              <a:rPr lang="en-US" sz="1400"/>
              <a:t xml:space="preserve"> </a:t>
            </a:r>
            <a:r>
              <a:rPr lang="en-US" sz="1400" i="1"/>
              <a:t xml:space="preserve">강조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b="1"/>
              <a:t xml:space="preserve">굵게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strike="sngStrike"/>
              <a:t xml:space="preserve">취소선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>
                <a:latin typeface="Consolas"/>
              </a:rPr>
              <a:t xml:space="preserve">인라인 코드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H</a:t>
            </a:r>
            <a:r>
              <a:rPr lang="en-US" sz="1400"/>
              <a:t xml:space="preserve">2</a:t>
            </a:r>
            <a:r>
              <a:rPr lang="en-US" sz="1400"/>
              <a:t xml:space="preserve">O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x</a:t>
            </a:r>
            <a:r>
              <a:rPr lang="en-US" sz="1400"/>
              <a:t xml:space="preserve">2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그리고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를</a:t>
            </a:r>
            <a:r>
              <a:rPr lang="en-US" sz="1400"/>
              <a:t xml:space="preserve"> </a:t>
            </a:r>
            <a:r>
              <a:rPr lang="en-US" sz="1400"/>
              <a:t xml:space="preserve">담고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  <a:r>
              <a:rPr lang="en-US" sz="1400"/>
              <a:t xml:space="preserve"> </a:t>
            </a:r>
            <a:r>
              <a:rPr lang="en-US" sz="1400"/>
              <a:t xml:space="preserve">This</a:t>
            </a:r>
            <a:r>
              <a:rPr lang="en-US" sz="1400"/>
              <a:t xml:space="preserve"> </a:t>
            </a:r>
            <a:r>
              <a:rPr lang="en-US" sz="1400"/>
              <a:t xml:space="preserve">paragraph</a:t>
            </a:r>
            <a:r>
              <a:rPr lang="en-US" sz="1400"/>
              <a:t xml:space="preserve"> </a:t>
            </a:r>
            <a:r>
              <a:rPr lang="en-US" sz="1400"/>
              <a:t xml:space="preserve">is</a:t>
            </a:r>
            <a:r>
              <a:rPr lang="en-US" sz="1400"/>
              <a:t xml:space="preserve"> </a:t>
            </a:r>
            <a:r>
              <a:rPr lang="en-US" sz="1400"/>
              <a:t xml:space="preserve">in</a:t>
            </a:r>
            <a:r>
              <a:rPr lang="en-US" sz="1400"/>
              <a:t xml:space="preserve"> </a:t>
            </a:r>
            <a:r>
              <a:rPr lang="en-US" sz="1400"/>
              <a:t xml:space="preserve">English</a:t>
            </a:r>
            <a:r>
              <a:rPr lang="en-US" sz="1400"/>
              <a:t xml:space="preserve"> </a:t>
            </a:r>
            <a:r>
              <a:rPr lang="en-US" sz="1400"/>
              <a:t xml:space="preserve">so</a:t>
            </a:r>
            <a:r>
              <a:rPr lang="en-US" sz="1400"/>
              <a:t xml:space="preserve"> </a:t>
            </a:r>
            <a:r>
              <a:rPr lang="en-US" sz="1400"/>
              <a:t xml:space="preserve">that</a:t>
            </a:r>
            <a:r>
              <a:rPr lang="en-US" sz="1400"/>
              <a:t xml:space="preserve"> </a:t>
            </a:r>
            <a:r>
              <a:rPr lang="en-US" sz="1400"/>
              <a:t xml:space="preserve">Latin-only</a:t>
            </a:r>
            <a:r>
              <a:rPr lang="en-US" sz="1400"/>
              <a:t xml:space="preserve"> </a:t>
            </a:r>
            <a:r>
              <a:rPr lang="en-US" sz="1400"/>
              <a:t xml:space="preserve">formats</a:t>
            </a:r>
            <a:r>
              <a:rPr lang="en-US" sz="1400"/>
              <a:t xml:space="preserve"> </a:t>
            </a:r>
            <a:r>
              <a:rPr lang="en-US" sz="1400"/>
              <a:t xml:space="preserve">still</a:t>
            </a:r>
            <a:r>
              <a:rPr lang="en-US" sz="1400"/>
              <a:t xml:space="preserve"> </a:t>
            </a:r>
            <a:r>
              <a:rPr lang="en-US" sz="1400"/>
              <a:t xml:space="preserve">show</a:t>
            </a:r>
            <a:r>
              <a:rPr lang="en-US" sz="1400"/>
              <a:t xml:space="preserve"> </a:t>
            </a:r>
            <a:r>
              <a:rPr lang="en-US" sz="1400"/>
              <a:t xml:space="preserve">something</a:t>
            </a:r>
            <a:r>
              <a:rPr lang="en-US" sz="1400"/>
              <a:t xml:space="preserve"> </a:t>
            </a:r>
            <a:r>
              <a:rPr lang="en-US" sz="1400"/>
              <a:t xml:space="preserve">readable.</a:t>
            </a:r>
          </a:p>
          <a:p>
            <a:pPr marL="0" indent="0" lvl="0">
              <a:buNone/>
            </a:pPr>
            <a:r>
              <a:rPr lang="en-US" sz="1800" b="1"/>
              <a:t xml:space="preserve">목록</a:t>
            </a:r>
            <a:r>
              <a:rPr lang="en-US" sz="1800" b="1"/>
              <a:t xml:space="preserve"> </a:t>
            </a:r>
            <a:r>
              <a:rPr lang="en-US" sz="1800" b="1"/>
              <a:t xml:space="preserve">(Lists)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첫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중첩된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또</a:t>
            </a:r>
            <a:r>
              <a:rPr lang="en-US" sz="1400"/>
              <a:t xml:space="preserve"> </a:t>
            </a:r>
            <a:r>
              <a:rPr lang="en-US" sz="1400"/>
              <a:t xml:space="preserve">하나의</a:t>
            </a:r>
            <a:r>
              <a:rPr lang="en-US" sz="1400"/>
              <a:t xml:space="preserve"> </a:t>
            </a:r>
            <a:r>
              <a:rPr lang="en-US" sz="1400"/>
              <a:t xml:space="preserve">중첩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순서가</a:t>
            </a:r>
            <a:r>
              <a:rPr lang="en-US" sz="1400"/>
              <a:t xml:space="preserve"> </a:t>
            </a:r>
            <a:r>
              <a:rPr lang="en-US" sz="1400"/>
              <a:t xml:space="preserve">있는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끝난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남은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0" indent="0" lvl="0">
              <a:buNone/>
            </a:pPr>
            <a:r>
              <a:rPr lang="en-US" sz="1400" b="1"/>
              <a:t xml:space="preserve">용어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용어에 대한 정의입니다.</a:t>
            </a:r>
          </a:p>
          <a:p>
            <a:pPr marL="0" indent="0" lvl="0">
              <a:buNone/>
            </a:pPr>
            <a:r>
              <a:rPr lang="en-US" sz="1400" b="1"/>
              <a:t xml:space="preserve">Pandoc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범용 문서 변환기. 이 프로그램은 같은 형식 집합을 자체 엔진으로 다룹니다.</a:t>
            </a:r>
          </a:p>
          <a:p>
            <a:pPr marL="0" indent="0" lvl="0">
              <a:buNone/>
            </a:pPr>
            <a:r>
              <a:rPr lang="en-US" sz="1800" b="1"/>
              <a:t xml:space="preserve">코드</a:t>
            </a:r>
            <a:r>
              <a:rPr lang="en-US" sz="1800" b="1"/>
              <a:t xml:space="preserve"> </a:t>
            </a:r>
            <a:r>
              <a:rPr lang="en-US" sz="1800" b="1"/>
              <a:t xml:space="preserve">(Code)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function greet(name) {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  console.log(`Hello, ${name}!`)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}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greet('world')</a:t>
            </a:r>
          </a:p>
          <a:p>
            <a:pPr marL="0" indent="0" lvl="0">
              <a:buNone/>
            </a:pPr>
            <a:r>
              <a:rPr lang="en-US" sz="1800" b="1"/>
              <a:t xml:space="preserve">표</a:t>
            </a:r>
            <a:r>
              <a:rPr lang="en-US" sz="1800" b="1"/>
              <a:t xml:space="preserve"> </a:t>
            </a:r>
            <a:r>
              <a:rPr lang="en-US" sz="1800" b="1"/>
              <a:t xml:space="preserve">(Table)</a:t>
            </a:r>
          </a:p>
          <a:p>
            <a:pPr marL="0" indent="0" lvl="0">
              <a:buNone/>
            </a:pPr>
            <a:r>
              <a:rPr lang="en-US" sz="1800" b="1"/>
              <a:t xml:space="preserve">인용과</a:t>
            </a:r>
            <a:r>
              <a:rPr lang="en-US" sz="1800" b="1"/>
              <a:t xml:space="preserve"> </a:t>
            </a:r>
            <a:r>
              <a:rPr lang="en-US" sz="1800" b="1"/>
              <a:t xml:space="preserve">수식</a:t>
            </a:r>
            <a:r>
              <a:rPr lang="en-US" sz="1800" b="1"/>
              <a:t xml:space="preserve"> </a:t>
            </a:r>
            <a:r>
              <a:rPr lang="en-US" sz="1800" b="1"/>
              <a:t xml:space="preserve">(Quote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math)</a:t>
            </a:r>
          </a:p>
          <a:p>
            <a:pPr marL="685800" indent="-285750" lvl="1">
              <a:buChar char="•"/>
            </a:pPr>
            <a:r>
              <a:rPr lang="en-US" sz="1400" i="1"/>
              <a:t xml:space="preserve">좋은</a:t>
            </a:r>
            <a:r>
              <a:rPr lang="en-US" sz="1400" i="1"/>
              <a:t xml:space="preserve"> </a:t>
            </a:r>
            <a:r>
              <a:rPr lang="en-US" sz="1400" i="1"/>
              <a:t xml:space="preserve">문서는</a:t>
            </a:r>
            <a:r>
              <a:rPr lang="en-US" sz="1400" i="1"/>
              <a:t xml:space="preserve"> </a:t>
            </a:r>
            <a:r>
              <a:rPr lang="en-US" sz="1400" i="1"/>
              <a:t xml:space="preserve">어떤</a:t>
            </a:r>
            <a:r>
              <a:rPr lang="en-US" sz="1400" i="1"/>
              <a:t xml:space="preserve"> </a:t>
            </a:r>
            <a:r>
              <a:rPr lang="en-US" sz="1400" i="1"/>
              <a:t xml:space="preserve">형식으로도</a:t>
            </a:r>
            <a:r>
              <a:rPr lang="en-US" sz="1400" i="1"/>
              <a:t xml:space="preserve"> </a:t>
            </a:r>
            <a:r>
              <a:rPr lang="en-US" sz="1400" i="1"/>
              <a:t xml:space="preserve">읽힙니다.</a:t>
            </a:r>
            <a:r>
              <a:rPr lang="en-US" sz="1400" i="1"/>
              <a:t xml:space="preserve"> </a:t>
            </a:r>
            <a:r>
              <a:rPr lang="en-US" sz="1400" i="1"/>
              <a:t xml:space="preserve">—</a:t>
            </a:r>
            <a:r>
              <a:rPr lang="en-US" sz="1400" i="1"/>
              <a:t xml:space="preserve"> </a:t>
            </a:r>
            <a:r>
              <a:rPr lang="en-US" sz="1400" i="1"/>
              <a:t xml:space="preserve">누군가</a:t>
            </a:r>
          </a:p>
          <a:p>
            <a:pPr marL="0" indent="0" lvl="0">
              <a:buNone/>
            </a:pPr>
            <a:r>
              <a:rPr lang="en-US" sz="1400"/>
              <a:t xml:space="preserve">인라인</a:t>
            </a:r>
            <a:r>
              <a:rPr lang="en-US" sz="1400"/>
              <a:t xml:space="preserve"> </a:t>
            </a:r>
            <a:r>
              <a:rPr lang="en-US" sz="1400"/>
              <a:t xml:space="preserve">수식</a:t>
            </a:r>
            <a:r>
              <a:rPr lang="en-US" sz="1400"/>
              <a:t xml:space="preserve"> </a:t>
            </a:r>
            <a:r>
              <a:rPr lang="en-US" sz="1400" i="1"/>
              <a:t xml:space="preserve">E = mc^2</a:t>
            </a:r>
            <a:r>
              <a:rPr lang="en-US" sz="1400"/>
              <a:t xml:space="preserve"> </a:t>
            </a:r>
            <a:r>
              <a:rPr lang="en-US" sz="1400"/>
              <a:t xml:space="preserve">과</a:t>
            </a:r>
            <a:r>
              <a:rPr lang="en-US" sz="1400"/>
              <a:t xml:space="preserve"> </a:t>
            </a:r>
            <a:r>
              <a:rPr lang="en-US" sz="1400"/>
              <a:t xml:space="preserve">블록</a:t>
            </a:r>
            <a:r>
              <a:rPr lang="en-US" sz="1400"/>
              <a:t xml:space="preserve"> </a:t>
            </a:r>
            <a:r>
              <a:rPr lang="en-US" sz="1400"/>
              <a:t xml:space="preserve">수식:</a:t>
            </a:r>
          </a:p>
          <a:p>
            <a:pPr marL="0" indent="0" lvl="0">
              <a:buNone/>
            </a:pPr>
            <a:r>
              <a:rPr lang="en-US" sz="1400" i="1"/>
              <a:t xml:space="preserve">\int_0^1 x^2\,dx = \frac{1}{3}</a:t>
            </a:r>
          </a:p>
          <a:p>
            <a:pPr marL="0" indent="0" lvl="0">
              <a:buNone/>
            </a:pPr>
            <a:r>
              <a:rPr lang="en-US" sz="1800" b="1"/>
              <a:t xml:space="preserve">각주와</a:t>
            </a:r>
            <a:r>
              <a:rPr lang="en-US" sz="1800" b="1"/>
              <a:t xml:space="preserve"> </a:t>
            </a:r>
            <a:r>
              <a:rPr lang="en-US" sz="1800" b="1"/>
              <a:t xml:space="preserve">그림</a:t>
            </a:r>
            <a:r>
              <a:rPr lang="en-US" sz="1800" b="1"/>
              <a:t xml:space="preserve"> </a:t>
            </a:r>
            <a:r>
              <a:rPr lang="en-US" sz="1800" b="1"/>
              <a:t xml:space="preserve">(Footnote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figure)</a:t>
            </a:r>
          </a:p>
          <a:p>
            <a:pPr marL="0" indent="0" lvl="0">
              <a:buNone/>
            </a:pPr>
            <a:r>
              <a:rPr lang="en-US" sz="1400"/>
              <a:t xml:space="preserve">각주가</a:t>
            </a:r>
            <a:r>
              <a:rPr lang="en-US" sz="1400"/>
              <a:t xml:space="preserve"> </a:t>
            </a:r>
            <a:r>
              <a:rPr lang="en-US" sz="1400"/>
              <a:t xml:space="preserve">붙은</a:t>
            </a:r>
            <a:r>
              <a:rPr lang="en-US" sz="1400"/>
              <a:t xml:space="preserve"> </a:t>
            </a:r>
            <a:r>
              <a:rPr lang="en-US" sz="1400"/>
              <a:t xml:space="preserve">문장입니다.</a:t>
            </a:r>
            <a:r>
              <a:rPr lang="en-US" sz="1400"/>
              <a:t xml:space="preserve"> (각주의 내용입니다.)</a:t>
            </a:r>
            <a:r>
              <a:rPr lang="en-US" sz="1400"/>
              <a:t xml:space="preserve"> </a:t>
            </a:r>
            <a:r>
              <a:rPr lang="en-US" sz="1400"/>
              <a:t xml:space="preserve">자동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 </a:t>
            </a:r>
            <a:r>
              <a:rPr lang="en-US" sz="1400"/>
              <a:t xml:space="preserve">https://pandoc.org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mailto:knix008@naver.com</a:t>
            </a:r>
            <a:r>
              <a:rPr lang="en-US" sz="1400"/>
              <a:t xml:space="preserve"> </a:t>
            </a:r>
            <a:r>
              <a:rPr lang="en-US" sz="1400"/>
              <a:t xml:space="preserve">도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</a:p>
          <a:p>
            <a:pPr marL="0" indent="0" lvl="0">
              <a:buNone/>
            </a:pPr>
            <a:r>
              <a:rPr lang="en-US" sz="1400" i="1"/>
              <a:t xml:space="preserve">[프로그램 아이콘: ../public/app-icon.svg]</a:t>
            </a:r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457200" y="1600200"/>
          <a:ext cx="8229600" cy="1854200"/>
        </p:xfrm>
        <a:graphic>
          <a:graphicData uri="http://schemas.openxmlformats.org/drawingml/2006/table">
            <a:tbl>
              <a:tblPr firstRow="1" bandRow="1"/>
              <a:tblGrid>
                <a:gridCol w="2057400"/>
                <a:gridCol w="2057400"/>
                <a:gridCol w="2057400"/>
                <a:gridCol w="20574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형식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확장자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읽기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쓰기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Markdown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 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2000"/>
              <a:t xml:space="preserve">마지막</a:t>
            </a:r>
            <a:r>
              <a:rPr lang="en-US" sz="2000"/>
              <a:t xml:space="preserve"> </a:t>
            </a:r>
            <a:r>
              <a:rPr lang="en-US" sz="2000"/>
              <a:t xml:space="preserve">문단입니다.</a:t>
            </a:r>
            <a:r>
              <a:rPr lang="en-US" sz="2000"/>
              <a:t xml:space="preserve"> </a:t>
            </a:r>
            <a:r>
              <a:rPr lang="en-US" sz="2000"/>
              <a:t xml:space="preserve">줄</a:t>
            </a:r>
            <a:r>
              <a:rPr lang="en-US" sz="2000"/>
              <a:t xml:space="preserve"> </a:t>
            </a:r>
            <a:r>
              <a:rPr lang="en-US" sz="2000"/>
              <a:t xml:space="preserve">끝에</a:t>
            </a:r>
            <a:r>
              <a:rPr lang="en-US" sz="2000"/>
              <a:t xml:space="preserve"> </a:t>
            </a:r>
            <a:r>
              <a:rPr lang="en-US" sz="2000"/>
              <a:t xml:space="preserve">두</a:t>
            </a:r>
            <a:r>
              <a:rPr lang="en-US" sz="2000"/>
              <a:t xml:space="preserve"> </a:t>
            </a:r>
            <a:r>
              <a:rPr lang="en-US" sz="2000"/>
              <a:t xml:space="preserve">칸을</a:t>
            </a:r>
            <a:r>
              <a:rPr lang="en-US" sz="2000"/>
              <a:t xml:space="preserve"> </a:t>
            </a:r>
            <a:r>
              <a:rPr lang="en-US" sz="2000"/>
              <a:t xml:space="preserve">두면</a:t>
            </a:r>
            <a:br/>
            <a:r>
              <a:rPr lang="en-US" sz="2000"/>
              <a:t xml:space="preserve">강제</a:t>
            </a:r>
            <a:r>
              <a:rPr lang="en-US" sz="2000"/>
              <a:t xml:space="preserve"> </a:t>
            </a:r>
            <a:r>
              <a:rPr lang="en-US" sz="2000"/>
              <a:t xml:space="preserve">줄바꿈이</a:t>
            </a:r>
            <a:r>
              <a:rPr lang="en-US" sz="2000"/>
              <a:t xml:space="preserve"> </a:t>
            </a:r>
            <a:r>
              <a:rPr lang="en-US" sz="2000"/>
              <a:t xml:space="preserve">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3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terms:created xsi:type="dcterms:W3CDTF">2026-09-22T05:40:03.612Z</dcterms:created>
</cp:coreProperties>
</file>