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☒</a:t>
            </a:r>
            <a:r>
              <a:rPr lang="en-US" sz="1400"/>
              <a:t xml:space="preserve"> </a:t>
            </a: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☐</a:t>
            </a:r>
            <a:r>
              <a:rPr lang="en-US" sz="1400"/>
              <a:t xml:space="preserve"> </a:t>
            </a: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2026-09-22T05:40:03.714Z</dcterms:created>
</cp:coreProperties>
</file>