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☒</a:t>
            </a:r>
            <a:r>
              <a:rPr lang="en-US" sz="1400"/>
              <a:t xml:space="preserve"> </a:t>
            </a: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☐</a:t>
            </a:r>
            <a:r>
              <a:rPr lang="en-US" sz="1400"/>
              <a:t xml:space="preserve"> </a:t>
            </a: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/>
              <a:t xml:space="preserve">(E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mc^2)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/>
              <a:t xml:space="preserve">[\int_0^1</a:t>
            </a:r>
            <a:r>
              <a:rPr lang="en-US" sz="1400"/>
              <a:t xml:space="preserve"> </a:t>
            </a:r>
            <a:r>
              <a:rPr lang="en-US" sz="1400"/>
              <a:t xml:space="preserve">x^2,dx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\frac{1}{3}]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2026-09-22T05:17:30.546Z</dcterms:created>
</cp:coreProperties>
</file>